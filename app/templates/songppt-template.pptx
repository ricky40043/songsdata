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ppt/theme/themeOverride27.xml" ContentType="application/vnd.openxmlformats-officedocument.themeOverride+xml"/>
  <Override PartName="/ppt/theme/themeOverride28.xml" ContentType="application/vnd.openxmlformats-officedocument.themeOverride+xml"/>
  <Override PartName="/ppt/theme/themeOverride29.xml" ContentType="application/vnd.openxmlformats-officedocument.themeOverride+xml"/>
  <Override PartName="/ppt/theme/themeOverride30.xml" ContentType="application/vnd.openxmlformats-officedocument.themeOverride+xml"/>
  <Override PartName="/ppt/theme/themeOverride31.xml" ContentType="application/vnd.openxmlformats-officedocument.themeOverride+xml"/>
  <Override PartName="/ppt/theme/themeOverride32.xml" ContentType="application/vnd.openxmlformats-officedocument.themeOverride+xml"/>
  <Override PartName="/ppt/theme/themeOverride33.xml" ContentType="application/vnd.openxmlformats-officedocument.themeOverride+xml"/>
  <Override PartName="/ppt/theme/themeOverride34.xml" ContentType="application/vnd.openxmlformats-officedocument.themeOverride+xml"/>
  <Override PartName="/ppt/theme/themeOverride35.xml" ContentType="application/vnd.openxmlformats-officedocument.themeOverride+xml"/>
  <Override PartName="/ppt/theme/themeOverride36.xml" ContentType="application/vnd.openxmlformats-officedocument.themeOverride+xml"/>
  <Override PartName="/ppt/theme/themeOverride37.xml" ContentType="application/vnd.openxmlformats-officedocument.themeOverride+xml"/>
  <Override PartName="/ppt/theme/themeOverride38.xml" ContentType="application/vnd.openxmlformats-officedocument.themeOverride+xml"/>
  <Override PartName="/ppt/theme/themeOverride39.xml" ContentType="application/vnd.openxmlformats-officedocument.themeOverride+xml"/>
  <Override PartName="/ppt/theme/themeOverride40.xml" ContentType="application/vnd.openxmlformats-officedocument.themeOverride+xml"/>
  <Override PartName="/ppt/theme/themeOverride4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41" r:id="rId1"/>
    <p:sldMasterId id="2147484113" r:id="rId2"/>
    <p:sldMasterId id="2147484231" r:id="rId3"/>
    <p:sldMasterId id="2147484237" r:id="rId4"/>
  </p:sldMasterIdLst>
  <p:notesMasterIdLst>
    <p:notesMasterId r:id="rId227"/>
  </p:notesMasterIdLst>
  <p:handoutMasterIdLst>
    <p:handoutMasterId r:id="rId228"/>
  </p:handoutMasterIdLst>
  <p:sldIdLst>
    <p:sldId id="44032" r:id="rId5"/>
    <p:sldId id="44195" r:id="rId6"/>
    <p:sldId id="44196" r:id="rId7"/>
    <p:sldId id="44197" r:id="rId8"/>
    <p:sldId id="44198" r:id="rId9"/>
    <p:sldId id="44199" r:id="rId10"/>
    <p:sldId id="256" r:id="rId11"/>
    <p:sldId id="44200" r:id="rId12"/>
    <p:sldId id="44201" r:id="rId13"/>
    <p:sldId id="44202" r:id="rId14"/>
    <p:sldId id="44203" r:id="rId15"/>
    <p:sldId id="44204" r:id="rId16"/>
    <p:sldId id="44205" r:id="rId17"/>
    <p:sldId id="44206" r:id="rId18"/>
    <p:sldId id="44207" r:id="rId19"/>
    <p:sldId id="44208" r:id="rId20"/>
    <p:sldId id="44209" r:id="rId21"/>
    <p:sldId id="262" r:id="rId22"/>
    <p:sldId id="263" r:id="rId23"/>
    <p:sldId id="259" r:id="rId24"/>
    <p:sldId id="260" r:id="rId25"/>
    <p:sldId id="44181" r:id="rId26"/>
    <p:sldId id="44210" r:id="rId27"/>
    <p:sldId id="44211" r:id="rId28"/>
    <p:sldId id="44212" r:id="rId29"/>
    <p:sldId id="44213" r:id="rId30"/>
    <p:sldId id="44214" r:id="rId31"/>
    <p:sldId id="266" r:id="rId32"/>
    <p:sldId id="267" r:id="rId33"/>
    <p:sldId id="268" r:id="rId34"/>
    <p:sldId id="269" r:id="rId35"/>
    <p:sldId id="270" r:id="rId36"/>
    <p:sldId id="44183" r:id="rId37"/>
    <p:sldId id="44215" r:id="rId38"/>
    <p:sldId id="44216" r:id="rId39"/>
    <p:sldId id="44217" r:id="rId40"/>
    <p:sldId id="44218" r:id="rId41"/>
    <p:sldId id="44219" r:id="rId42"/>
    <p:sldId id="44220" r:id="rId43"/>
    <p:sldId id="271" r:id="rId44"/>
    <p:sldId id="44350" r:id="rId45"/>
    <p:sldId id="44221" r:id="rId46"/>
    <p:sldId id="44222" r:id="rId47"/>
    <p:sldId id="44223" r:id="rId48"/>
    <p:sldId id="44224" r:id="rId49"/>
    <p:sldId id="44225" r:id="rId50"/>
    <p:sldId id="44226" r:id="rId51"/>
    <p:sldId id="44227" r:id="rId52"/>
    <p:sldId id="44228" r:id="rId53"/>
    <p:sldId id="44229" r:id="rId54"/>
    <p:sldId id="44230" r:id="rId55"/>
    <p:sldId id="44231" r:id="rId56"/>
    <p:sldId id="44232" r:id="rId57"/>
    <p:sldId id="44233" r:id="rId58"/>
    <p:sldId id="44234" r:id="rId59"/>
    <p:sldId id="44190" r:id="rId60"/>
    <p:sldId id="272" r:id="rId61"/>
    <p:sldId id="273" r:id="rId62"/>
    <p:sldId id="274" r:id="rId63"/>
    <p:sldId id="275" r:id="rId64"/>
    <p:sldId id="276" r:id="rId65"/>
    <p:sldId id="277" r:id="rId66"/>
    <p:sldId id="278" r:id="rId67"/>
    <p:sldId id="279" r:id="rId68"/>
    <p:sldId id="280" r:id="rId69"/>
    <p:sldId id="44191" r:id="rId70"/>
    <p:sldId id="281" r:id="rId71"/>
    <p:sldId id="282" r:id="rId72"/>
    <p:sldId id="283" r:id="rId73"/>
    <p:sldId id="44194" r:id="rId74"/>
    <p:sldId id="284" r:id="rId75"/>
    <p:sldId id="285" r:id="rId76"/>
    <p:sldId id="286" r:id="rId77"/>
    <p:sldId id="44312" r:id="rId78"/>
    <p:sldId id="44313" r:id="rId79"/>
    <p:sldId id="44314" r:id="rId80"/>
    <p:sldId id="44315" r:id="rId81"/>
    <p:sldId id="44316" r:id="rId82"/>
    <p:sldId id="44317" r:id="rId83"/>
    <p:sldId id="44318" r:id="rId84"/>
    <p:sldId id="44319" r:id="rId85"/>
    <p:sldId id="44320" r:id="rId86"/>
    <p:sldId id="44321" r:id="rId87"/>
    <p:sldId id="44322" r:id="rId88"/>
    <p:sldId id="44323" r:id="rId89"/>
    <p:sldId id="44324" r:id="rId90"/>
    <p:sldId id="44325" r:id="rId91"/>
    <p:sldId id="287" r:id="rId92"/>
    <p:sldId id="289" r:id="rId93"/>
    <p:sldId id="44354" r:id="rId94"/>
    <p:sldId id="44355" r:id="rId95"/>
    <p:sldId id="44356" r:id="rId96"/>
    <p:sldId id="44358" r:id="rId97"/>
    <p:sldId id="44359" r:id="rId98"/>
    <p:sldId id="44360" r:id="rId99"/>
    <p:sldId id="44361" r:id="rId100"/>
    <p:sldId id="44362" r:id="rId101"/>
    <p:sldId id="44363" r:id="rId102"/>
    <p:sldId id="44364" r:id="rId103"/>
    <p:sldId id="44365" r:id="rId104"/>
    <p:sldId id="44326" r:id="rId105"/>
    <p:sldId id="44327" r:id="rId106"/>
    <p:sldId id="44328" r:id="rId107"/>
    <p:sldId id="44329" r:id="rId108"/>
    <p:sldId id="44330" r:id="rId109"/>
    <p:sldId id="44331" r:id="rId110"/>
    <p:sldId id="44346" r:id="rId111"/>
    <p:sldId id="44347" r:id="rId112"/>
    <p:sldId id="44184" r:id="rId113"/>
    <p:sldId id="44235" r:id="rId114"/>
    <p:sldId id="44236" r:id="rId115"/>
    <p:sldId id="44366" r:id="rId116"/>
    <p:sldId id="44237" r:id="rId117"/>
    <p:sldId id="44238" r:id="rId118"/>
    <p:sldId id="44239" r:id="rId119"/>
    <p:sldId id="44240" r:id="rId120"/>
    <p:sldId id="44241" r:id="rId121"/>
    <p:sldId id="44242" r:id="rId122"/>
    <p:sldId id="292" r:id="rId123"/>
    <p:sldId id="44192" r:id="rId124"/>
    <p:sldId id="293" r:id="rId125"/>
    <p:sldId id="294" r:id="rId126"/>
    <p:sldId id="44193" r:id="rId127"/>
    <p:sldId id="295" r:id="rId128"/>
    <p:sldId id="296" r:id="rId129"/>
    <p:sldId id="297" r:id="rId130"/>
    <p:sldId id="298" r:id="rId131"/>
    <p:sldId id="299" r:id="rId132"/>
    <p:sldId id="300" r:id="rId133"/>
    <p:sldId id="301" r:id="rId134"/>
    <p:sldId id="44185" r:id="rId135"/>
    <p:sldId id="302" r:id="rId136"/>
    <p:sldId id="303" r:id="rId137"/>
    <p:sldId id="44186" r:id="rId138"/>
    <p:sldId id="304" r:id="rId139"/>
    <p:sldId id="44243" r:id="rId140"/>
    <p:sldId id="44244" r:id="rId141"/>
    <p:sldId id="44245" r:id="rId142"/>
    <p:sldId id="44246" r:id="rId143"/>
    <p:sldId id="44247" r:id="rId144"/>
    <p:sldId id="44248" r:id="rId145"/>
    <p:sldId id="305" r:id="rId146"/>
    <p:sldId id="306" r:id="rId147"/>
    <p:sldId id="307" r:id="rId148"/>
    <p:sldId id="309" r:id="rId149"/>
    <p:sldId id="44266" r:id="rId150"/>
    <p:sldId id="44267" r:id="rId151"/>
    <p:sldId id="44268" r:id="rId152"/>
    <p:sldId id="44269" r:id="rId153"/>
    <p:sldId id="44270" r:id="rId154"/>
    <p:sldId id="44271" r:id="rId155"/>
    <p:sldId id="44272" r:id="rId156"/>
    <p:sldId id="44273" r:id="rId157"/>
    <p:sldId id="44249" r:id="rId158"/>
    <p:sldId id="44250" r:id="rId159"/>
    <p:sldId id="44251" r:id="rId160"/>
    <p:sldId id="44252" r:id="rId161"/>
    <p:sldId id="44253" r:id="rId162"/>
    <p:sldId id="44370" r:id="rId163"/>
    <p:sldId id="310" r:id="rId164"/>
    <p:sldId id="44254" r:id="rId165"/>
    <p:sldId id="44255" r:id="rId166"/>
    <p:sldId id="44256" r:id="rId167"/>
    <p:sldId id="44257" r:id="rId168"/>
    <p:sldId id="44258" r:id="rId169"/>
    <p:sldId id="44367" r:id="rId170"/>
    <p:sldId id="44259" r:id="rId171"/>
    <p:sldId id="44260" r:id="rId172"/>
    <p:sldId id="44261" r:id="rId173"/>
    <p:sldId id="44262" r:id="rId174"/>
    <p:sldId id="44263" r:id="rId175"/>
    <p:sldId id="44264" r:id="rId176"/>
    <p:sldId id="44368" r:id="rId177"/>
    <p:sldId id="44265" r:id="rId178"/>
    <p:sldId id="44369" r:id="rId179"/>
    <p:sldId id="44371" r:id="rId180"/>
    <p:sldId id="311" r:id="rId181"/>
    <p:sldId id="44187" r:id="rId182"/>
    <p:sldId id="312" r:id="rId183"/>
    <p:sldId id="313" r:id="rId184"/>
    <p:sldId id="44188" r:id="rId185"/>
    <p:sldId id="314" r:id="rId186"/>
    <p:sldId id="315" r:id="rId187"/>
    <p:sldId id="316" r:id="rId188"/>
    <p:sldId id="317" r:id="rId189"/>
    <p:sldId id="318" r:id="rId190"/>
    <p:sldId id="319" r:id="rId191"/>
    <p:sldId id="320" r:id="rId192"/>
    <p:sldId id="321" r:id="rId193"/>
    <p:sldId id="44189" r:id="rId194"/>
    <p:sldId id="44277" r:id="rId195"/>
    <p:sldId id="44278" r:id="rId196"/>
    <p:sldId id="44279" r:id="rId197"/>
    <p:sldId id="44280" r:id="rId198"/>
    <p:sldId id="44281" r:id="rId199"/>
    <p:sldId id="44282" r:id="rId200"/>
    <p:sldId id="44283" r:id="rId201"/>
    <p:sldId id="44284" r:id="rId202"/>
    <p:sldId id="44285" r:id="rId203"/>
    <p:sldId id="44286" r:id="rId204"/>
    <p:sldId id="44287" r:id="rId205"/>
    <p:sldId id="44288" r:id="rId206"/>
    <p:sldId id="44289" r:id="rId207"/>
    <p:sldId id="44290" r:id="rId208"/>
    <p:sldId id="44274" r:id="rId209"/>
    <p:sldId id="44348" r:id="rId210"/>
    <p:sldId id="323" r:id="rId211"/>
    <p:sldId id="44291" r:id="rId212"/>
    <p:sldId id="44292" r:id="rId213"/>
    <p:sldId id="44293" r:id="rId214"/>
    <p:sldId id="44294" r:id="rId215"/>
    <p:sldId id="44295" r:id="rId216"/>
    <p:sldId id="44296" r:id="rId217"/>
    <p:sldId id="44297" r:id="rId218"/>
    <p:sldId id="44298" r:id="rId219"/>
    <p:sldId id="44299" r:id="rId220"/>
    <p:sldId id="44300" r:id="rId221"/>
    <p:sldId id="44301" r:id="rId222"/>
    <p:sldId id="44302" r:id="rId223"/>
    <p:sldId id="44303" r:id="rId224"/>
    <p:sldId id="44304" r:id="rId225"/>
    <p:sldId id="324" r:id="rId226"/>
  </p:sldIdLst>
  <p:sldSz cx="12192000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華康中黑體" pitchFamily="49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華康中黑體" pitchFamily="49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華康中黑體" pitchFamily="49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華康中黑體" pitchFamily="49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華康中黑體" pitchFamily="49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華康中黑體" pitchFamily="49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華康中黑體" pitchFamily="49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華康中黑體" pitchFamily="49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華康中黑體" pitchFamily="49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1-1練唱" id="{AD1662AF-DDD4-495C-AE99-799CB60B9BE2}">
          <p14:sldIdLst/>
        </p14:section>
        <p14:section name="01-2破冰" id="{97DE0F56-5EA9-4D28-AF50-33338B0A8918}">
          <p14:sldIdLst/>
        </p14:section>
        <p14:section name="01-3靈修" id="{C7E39D60-E34C-4C22-877B-9764AEBA94A3}">
          <p14:sldIdLst/>
        </p14:section>
        <p14:section name="02 敬拜" id="{38403C73-8CAE-452F-A9CD-75C7652A78A8}">
          <p14:sldIdLst>
            <p14:sldId id="44032"/>
            <p14:sldId id="44195"/>
            <p14:sldId id="44196"/>
            <p14:sldId id="44197"/>
            <p14:sldId id="44198"/>
            <p14:sldId id="44199"/>
            <p14:sldId id="256"/>
            <p14:sldId id="44200"/>
            <p14:sldId id="44201"/>
            <p14:sldId id="44202"/>
            <p14:sldId id="44203"/>
            <p14:sldId id="44204"/>
            <p14:sldId id="44205"/>
            <p14:sldId id="44206"/>
            <p14:sldId id="44207"/>
            <p14:sldId id="44208"/>
            <p14:sldId id="44209"/>
            <p14:sldId id="262"/>
            <p14:sldId id="263"/>
            <p14:sldId id="259"/>
            <p14:sldId id="260"/>
            <p14:sldId id="44181"/>
            <p14:sldId id="44210"/>
            <p14:sldId id="44211"/>
            <p14:sldId id="44212"/>
            <p14:sldId id="44213"/>
            <p14:sldId id="44214"/>
            <p14:sldId id="266"/>
            <p14:sldId id="267"/>
            <p14:sldId id="268"/>
            <p14:sldId id="269"/>
            <p14:sldId id="270"/>
            <p14:sldId id="44183"/>
            <p14:sldId id="44215"/>
            <p14:sldId id="44216"/>
            <p14:sldId id="44217"/>
            <p14:sldId id="44218"/>
            <p14:sldId id="44219"/>
            <p14:sldId id="44220"/>
            <p14:sldId id="271"/>
            <p14:sldId id="44350"/>
            <p14:sldId id="44221"/>
            <p14:sldId id="44222"/>
            <p14:sldId id="44223"/>
            <p14:sldId id="44224"/>
            <p14:sldId id="44225"/>
            <p14:sldId id="44226"/>
            <p14:sldId id="44227"/>
            <p14:sldId id="44228"/>
            <p14:sldId id="44229"/>
            <p14:sldId id="44230"/>
            <p14:sldId id="44231"/>
            <p14:sldId id="44232"/>
            <p14:sldId id="44233"/>
            <p14:sldId id="44234"/>
            <p14:sldId id="44190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44191"/>
            <p14:sldId id="281"/>
            <p14:sldId id="282"/>
            <p14:sldId id="283"/>
            <p14:sldId id="44194"/>
            <p14:sldId id="284"/>
            <p14:sldId id="285"/>
            <p14:sldId id="286"/>
            <p14:sldId id="44312"/>
            <p14:sldId id="44313"/>
            <p14:sldId id="44314"/>
            <p14:sldId id="44315"/>
            <p14:sldId id="44316"/>
            <p14:sldId id="44317"/>
            <p14:sldId id="44318"/>
            <p14:sldId id="44319"/>
            <p14:sldId id="44320"/>
            <p14:sldId id="44321"/>
            <p14:sldId id="44322"/>
            <p14:sldId id="44323"/>
            <p14:sldId id="44324"/>
            <p14:sldId id="44325"/>
            <p14:sldId id="287"/>
            <p14:sldId id="289"/>
            <p14:sldId id="44354"/>
            <p14:sldId id="44355"/>
            <p14:sldId id="44356"/>
            <p14:sldId id="44358"/>
            <p14:sldId id="44359"/>
            <p14:sldId id="44360"/>
            <p14:sldId id="44361"/>
            <p14:sldId id="44362"/>
            <p14:sldId id="44363"/>
            <p14:sldId id="44364"/>
            <p14:sldId id="44365"/>
            <p14:sldId id="44326"/>
            <p14:sldId id="44327"/>
            <p14:sldId id="44328"/>
            <p14:sldId id="44329"/>
            <p14:sldId id="44330"/>
            <p14:sldId id="44331"/>
            <p14:sldId id="44346"/>
            <p14:sldId id="44347"/>
            <p14:sldId id="44184"/>
            <p14:sldId id="44235"/>
            <p14:sldId id="44236"/>
            <p14:sldId id="44366"/>
            <p14:sldId id="44237"/>
            <p14:sldId id="44238"/>
            <p14:sldId id="44239"/>
            <p14:sldId id="44240"/>
            <p14:sldId id="44241"/>
            <p14:sldId id="44242"/>
            <p14:sldId id="292"/>
            <p14:sldId id="44192"/>
            <p14:sldId id="293"/>
            <p14:sldId id="294"/>
            <p14:sldId id="44193"/>
            <p14:sldId id="295"/>
            <p14:sldId id="296"/>
            <p14:sldId id="297"/>
            <p14:sldId id="298"/>
            <p14:sldId id="299"/>
            <p14:sldId id="300"/>
            <p14:sldId id="301"/>
            <p14:sldId id="44185"/>
            <p14:sldId id="302"/>
            <p14:sldId id="303"/>
            <p14:sldId id="44186"/>
            <p14:sldId id="304"/>
            <p14:sldId id="44243"/>
            <p14:sldId id="44244"/>
            <p14:sldId id="44245"/>
            <p14:sldId id="44246"/>
            <p14:sldId id="44247"/>
            <p14:sldId id="44248"/>
            <p14:sldId id="305"/>
            <p14:sldId id="306"/>
            <p14:sldId id="307"/>
            <p14:sldId id="309"/>
            <p14:sldId id="44266"/>
            <p14:sldId id="44267"/>
            <p14:sldId id="44268"/>
            <p14:sldId id="44269"/>
            <p14:sldId id="44270"/>
            <p14:sldId id="44271"/>
            <p14:sldId id="44272"/>
            <p14:sldId id="44273"/>
            <p14:sldId id="44249"/>
            <p14:sldId id="44250"/>
            <p14:sldId id="44251"/>
            <p14:sldId id="44252"/>
            <p14:sldId id="44253"/>
            <p14:sldId id="44370"/>
            <p14:sldId id="310"/>
            <p14:sldId id="44254"/>
            <p14:sldId id="44255"/>
            <p14:sldId id="44256"/>
            <p14:sldId id="44257"/>
            <p14:sldId id="44258"/>
            <p14:sldId id="44367"/>
            <p14:sldId id="44259"/>
            <p14:sldId id="44260"/>
            <p14:sldId id="44261"/>
            <p14:sldId id="44262"/>
            <p14:sldId id="44263"/>
            <p14:sldId id="44264"/>
            <p14:sldId id="44368"/>
            <p14:sldId id="44265"/>
            <p14:sldId id="44369"/>
            <p14:sldId id="44371"/>
            <p14:sldId id="311"/>
            <p14:sldId id="44187"/>
            <p14:sldId id="312"/>
            <p14:sldId id="313"/>
            <p14:sldId id="44188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44189"/>
            <p14:sldId id="44277"/>
            <p14:sldId id="44278"/>
            <p14:sldId id="44279"/>
            <p14:sldId id="44280"/>
            <p14:sldId id="44281"/>
            <p14:sldId id="44282"/>
            <p14:sldId id="44283"/>
            <p14:sldId id="44284"/>
            <p14:sldId id="44285"/>
            <p14:sldId id="44286"/>
            <p14:sldId id="44287"/>
            <p14:sldId id="44288"/>
            <p14:sldId id="44289"/>
            <p14:sldId id="44290"/>
            <p14:sldId id="44274"/>
            <p14:sldId id="44348"/>
            <p14:sldId id="323"/>
            <p14:sldId id="44291"/>
            <p14:sldId id="44292"/>
            <p14:sldId id="44293"/>
            <p14:sldId id="44294"/>
            <p14:sldId id="44295"/>
            <p14:sldId id="44296"/>
            <p14:sldId id="44297"/>
            <p14:sldId id="44298"/>
            <p14:sldId id="44299"/>
            <p14:sldId id="44300"/>
            <p14:sldId id="44301"/>
            <p14:sldId id="44302"/>
            <p14:sldId id="44303"/>
            <p14:sldId id="44304"/>
            <p14:sldId id="324"/>
          </p14:sldIdLst>
        </p14:section>
        <p14:section name="03 證道" id="{1F7E1421-01C2-4606-A786-D577DF8406A7}">
          <p14:sldIdLst/>
        </p14:section>
        <p14:section name="04 異象" id="{C66EA043-1936-4406-87C7-1A18D82E7834}">
          <p14:sldIdLst/>
        </p14:section>
        <p14:section name="05 聖餐詩歌" id="{1BD471CE-FEAC-4141-ACD7-403887E8D831}">
          <p14:sldIdLst/>
        </p14:section>
        <p14:section name="99 備用檔案" id="{4A3B76D2-A78B-411C-95B5-D72A6967777F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6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宇辰 胡" initials="宇辰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D5D7"/>
    <a:srgbClr val="FB4392"/>
    <a:srgbClr val="EDEBF9"/>
    <a:srgbClr val="F7F6FC"/>
    <a:srgbClr val="FFE5E5"/>
    <a:srgbClr val="FDAF7A"/>
    <a:srgbClr val="FFD1D1"/>
    <a:srgbClr val="FA44C6"/>
    <a:srgbClr val="FF6161"/>
    <a:srgbClr val="FFCD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0" autoAdjust="0"/>
    <p:restoredTop sz="86386" autoAdjust="0"/>
  </p:normalViewPr>
  <p:slideViewPr>
    <p:cSldViewPr>
      <p:cViewPr varScale="1">
        <p:scale>
          <a:sx n="73" d="100"/>
          <a:sy n="73" d="100"/>
        </p:scale>
        <p:origin x="198" y="60"/>
      </p:cViewPr>
      <p:guideLst>
        <p:guide orient="horz" pos="2659"/>
        <p:guide pos="3840"/>
      </p:guideLst>
    </p:cSldViewPr>
  </p:slideViewPr>
  <p:outlineViewPr>
    <p:cViewPr>
      <p:scale>
        <a:sx n="33" d="100"/>
        <a:sy n="33" d="100"/>
      </p:scale>
      <p:origin x="0" y="-11688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" d="1"/>
        <a:sy n="1" d="1"/>
      </p:scale>
      <p:origin x="0" y="-24384"/>
    </p:cViewPr>
  </p:sorterViewPr>
  <p:notesViewPr>
    <p:cSldViewPr>
      <p:cViewPr varScale="1">
        <p:scale>
          <a:sx n="48" d="100"/>
          <a:sy n="48" d="100"/>
        </p:scale>
        <p:origin x="2752" y="3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slide" Target="slides/slide134.xml"/><Relationship Id="rId159" Type="http://schemas.openxmlformats.org/officeDocument/2006/relationships/slide" Target="slides/slide155.xml"/><Relationship Id="rId170" Type="http://schemas.openxmlformats.org/officeDocument/2006/relationships/slide" Target="slides/slide166.xml"/><Relationship Id="rId191" Type="http://schemas.openxmlformats.org/officeDocument/2006/relationships/slide" Target="slides/slide187.xml"/><Relationship Id="rId205" Type="http://schemas.openxmlformats.org/officeDocument/2006/relationships/slide" Target="slides/slide201.xml"/><Relationship Id="rId226" Type="http://schemas.openxmlformats.org/officeDocument/2006/relationships/slide" Target="slides/slide22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149" Type="http://schemas.openxmlformats.org/officeDocument/2006/relationships/slide" Target="slides/slide145.xml"/><Relationship Id="rId5" Type="http://schemas.openxmlformats.org/officeDocument/2006/relationships/slide" Target="slides/slide1.xml"/><Relationship Id="rId95" Type="http://schemas.openxmlformats.org/officeDocument/2006/relationships/slide" Target="slides/slide91.xml"/><Relationship Id="rId160" Type="http://schemas.openxmlformats.org/officeDocument/2006/relationships/slide" Target="slides/slide156.xml"/><Relationship Id="rId181" Type="http://schemas.openxmlformats.org/officeDocument/2006/relationships/slide" Target="slides/slide177.xml"/><Relationship Id="rId216" Type="http://schemas.openxmlformats.org/officeDocument/2006/relationships/slide" Target="slides/slide212.xml"/><Relationship Id="rId22" Type="http://schemas.openxmlformats.org/officeDocument/2006/relationships/slide" Target="slides/slide18.xml"/><Relationship Id="rId43" Type="http://schemas.openxmlformats.org/officeDocument/2006/relationships/slide" Target="slides/slide39.xml"/><Relationship Id="rId64" Type="http://schemas.openxmlformats.org/officeDocument/2006/relationships/slide" Target="slides/slide60.xml"/><Relationship Id="rId118" Type="http://schemas.openxmlformats.org/officeDocument/2006/relationships/slide" Target="slides/slide114.xml"/><Relationship Id="rId139" Type="http://schemas.openxmlformats.org/officeDocument/2006/relationships/slide" Target="slides/slide135.xml"/><Relationship Id="rId85" Type="http://schemas.openxmlformats.org/officeDocument/2006/relationships/slide" Target="slides/slide81.xml"/><Relationship Id="rId150" Type="http://schemas.openxmlformats.org/officeDocument/2006/relationships/slide" Target="slides/slide146.xml"/><Relationship Id="rId171" Type="http://schemas.openxmlformats.org/officeDocument/2006/relationships/slide" Target="slides/slide167.xml"/><Relationship Id="rId192" Type="http://schemas.openxmlformats.org/officeDocument/2006/relationships/slide" Target="slides/slide188.xml"/><Relationship Id="rId206" Type="http://schemas.openxmlformats.org/officeDocument/2006/relationships/slide" Target="slides/slide202.xml"/><Relationship Id="rId227" Type="http://schemas.openxmlformats.org/officeDocument/2006/relationships/notesMaster" Target="notesMasters/notesMaster1.xml"/><Relationship Id="rId12" Type="http://schemas.openxmlformats.org/officeDocument/2006/relationships/slide" Target="slides/slide8.xml"/><Relationship Id="rId33" Type="http://schemas.openxmlformats.org/officeDocument/2006/relationships/slide" Target="slides/slide29.xml"/><Relationship Id="rId108" Type="http://schemas.openxmlformats.org/officeDocument/2006/relationships/slide" Target="slides/slide104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5" Type="http://schemas.openxmlformats.org/officeDocument/2006/relationships/slide" Target="slides/slide71.xml"/><Relationship Id="rId96" Type="http://schemas.openxmlformats.org/officeDocument/2006/relationships/slide" Target="slides/slide92.xml"/><Relationship Id="rId140" Type="http://schemas.openxmlformats.org/officeDocument/2006/relationships/slide" Target="slides/slide136.xml"/><Relationship Id="rId161" Type="http://schemas.openxmlformats.org/officeDocument/2006/relationships/slide" Target="slides/slide157.xml"/><Relationship Id="rId182" Type="http://schemas.openxmlformats.org/officeDocument/2006/relationships/slide" Target="slides/slide178.xml"/><Relationship Id="rId217" Type="http://schemas.openxmlformats.org/officeDocument/2006/relationships/slide" Target="slides/slide213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5" Type="http://schemas.openxmlformats.org/officeDocument/2006/relationships/slide" Target="slides/slide61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51" Type="http://schemas.openxmlformats.org/officeDocument/2006/relationships/slide" Target="slides/slide147.xml"/><Relationship Id="rId172" Type="http://schemas.openxmlformats.org/officeDocument/2006/relationships/slide" Target="slides/slide168.xml"/><Relationship Id="rId193" Type="http://schemas.openxmlformats.org/officeDocument/2006/relationships/slide" Target="slides/slide189.xml"/><Relationship Id="rId207" Type="http://schemas.openxmlformats.org/officeDocument/2006/relationships/slide" Target="slides/slide203.xml"/><Relationship Id="rId228" Type="http://schemas.openxmlformats.org/officeDocument/2006/relationships/handoutMaster" Target="handoutMasters/handoutMaster1.xml"/><Relationship Id="rId13" Type="http://schemas.openxmlformats.org/officeDocument/2006/relationships/slide" Target="slides/slide9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20" Type="http://schemas.openxmlformats.org/officeDocument/2006/relationships/slide" Target="slides/slide116.xml"/><Relationship Id="rId141" Type="http://schemas.openxmlformats.org/officeDocument/2006/relationships/slide" Target="slides/slide137.xml"/><Relationship Id="rId7" Type="http://schemas.openxmlformats.org/officeDocument/2006/relationships/slide" Target="slides/slide3.xml"/><Relationship Id="rId162" Type="http://schemas.openxmlformats.org/officeDocument/2006/relationships/slide" Target="slides/slide158.xml"/><Relationship Id="rId183" Type="http://schemas.openxmlformats.org/officeDocument/2006/relationships/slide" Target="slides/slide179.xml"/><Relationship Id="rId218" Type="http://schemas.openxmlformats.org/officeDocument/2006/relationships/slide" Target="slides/slide214.xml"/><Relationship Id="rId24" Type="http://schemas.openxmlformats.org/officeDocument/2006/relationships/slide" Target="slides/slide20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31" Type="http://schemas.openxmlformats.org/officeDocument/2006/relationships/slide" Target="slides/slide127.xml"/><Relationship Id="rId152" Type="http://schemas.openxmlformats.org/officeDocument/2006/relationships/slide" Target="slides/slide148.xml"/><Relationship Id="rId173" Type="http://schemas.openxmlformats.org/officeDocument/2006/relationships/slide" Target="slides/slide169.xml"/><Relationship Id="rId194" Type="http://schemas.openxmlformats.org/officeDocument/2006/relationships/slide" Target="slides/slide190.xml"/><Relationship Id="rId208" Type="http://schemas.openxmlformats.org/officeDocument/2006/relationships/slide" Target="slides/slide204.xml"/><Relationship Id="rId229" Type="http://schemas.openxmlformats.org/officeDocument/2006/relationships/commentAuthors" Target="commentAuthors.xml"/><Relationship Id="rId14" Type="http://schemas.openxmlformats.org/officeDocument/2006/relationships/slide" Target="slides/slide10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8" Type="http://schemas.openxmlformats.org/officeDocument/2006/relationships/slide" Target="slides/slide4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slide" Target="slides/slide138.xml"/><Relationship Id="rId163" Type="http://schemas.openxmlformats.org/officeDocument/2006/relationships/slide" Target="slides/slide159.xml"/><Relationship Id="rId184" Type="http://schemas.openxmlformats.org/officeDocument/2006/relationships/slide" Target="slides/slide180.xml"/><Relationship Id="rId219" Type="http://schemas.openxmlformats.org/officeDocument/2006/relationships/slide" Target="slides/slide215.xml"/><Relationship Id="rId230" Type="http://schemas.openxmlformats.org/officeDocument/2006/relationships/presProps" Target="presProps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3" Type="http://schemas.openxmlformats.org/officeDocument/2006/relationships/slide" Target="slides/slide149.xml"/><Relationship Id="rId174" Type="http://schemas.openxmlformats.org/officeDocument/2006/relationships/slide" Target="slides/slide170.xml"/><Relationship Id="rId179" Type="http://schemas.openxmlformats.org/officeDocument/2006/relationships/slide" Target="slides/slide175.xml"/><Relationship Id="rId195" Type="http://schemas.openxmlformats.org/officeDocument/2006/relationships/slide" Target="slides/slide191.xml"/><Relationship Id="rId209" Type="http://schemas.openxmlformats.org/officeDocument/2006/relationships/slide" Target="slides/slide205.xml"/><Relationship Id="rId190" Type="http://schemas.openxmlformats.org/officeDocument/2006/relationships/slide" Target="slides/slide186.xml"/><Relationship Id="rId204" Type="http://schemas.openxmlformats.org/officeDocument/2006/relationships/slide" Target="slides/slide200.xml"/><Relationship Id="rId220" Type="http://schemas.openxmlformats.org/officeDocument/2006/relationships/slide" Target="slides/slide216.xml"/><Relationship Id="rId225" Type="http://schemas.openxmlformats.org/officeDocument/2006/relationships/slide" Target="slides/slide221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openxmlformats.org/officeDocument/2006/relationships/slide" Target="slides/slide139.xml"/><Relationship Id="rId148" Type="http://schemas.openxmlformats.org/officeDocument/2006/relationships/slide" Target="slides/slide144.xml"/><Relationship Id="rId164" Type="http://schemas.openxmlformats.org/officeDocument/2006/relationships/slide" Target="slides/slide160.xml"/><Relationship Id="rId169" Type="http://schemas.openxmlformats.org/officeDocument/2006/relationships/slide" Target="slides/slide165.xml"/><Relationship Id="rId185" Type="http://schemas.openxmlformats.org/officeDocument/2006/relationships/slide" Target="slides/slide18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80" Type="http://schemas.openxmlformats.org/officeDocument/2006/relationships/slide" Target="slides/slide176.xml"/><Relationship Id="rId210" Type="http://schemas.openxmlformats.org/officeDocument/2006/relationships/slide" Target="slides/slide206.xml"/><Relationship Id="rId215" Type="http://schemas.openxmlformats.org/officeDocument/2006/relationships/slide" Target="slides/slide211.xml"/><Relationship Id="rId26" Type="http://schemas.openxmlformats.org/officeDocument/2006/relationships/slide" Target="slides/slide22.xml"/><Relationship Id="rId231" Type="http://schemas.openxmlformats.org/officeDocument/2006/relationships/viewProps" Target="viewProps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54" Type="http://schemas.openxmlformats.org/officeDocument/2006/relationships/slide" Target="slides/slide150.xml"/><Relationship Id="rId175" Type="http://schemas.openxmlformats.org/officeDocument/2006/relationships/slide" Target="slides/slide171.xml"/><Relationship Id="rId196" Type="http://schemas.openxmlformats.org/officeDocument/2006/relationships/slide" Target="slides/slide192.xml"/><Relationship Id="rId200" Type="http://schemas.openxmlformats.org/officeDocument/2006/relationships/slide" Target="slides/slide196.xml"/><Relationship Id="rId16" Type="http://schemas.openxmlformats.org/officeDocument/2006/relationships/slide" Target="slides/slide12.xml"/><Relationship Id="rId221" Type="http://schemas.openxmlformats.org/officeDocument/2006/relationships/slide" Target="slides/slide217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44" Type="http://schemas.openxmlformats.org/officeDocument/2006/relationships/slide" Target="slides/slide140.xml"/><Relationship Id="rId90" Type="http://schemas.openxmlformats.org/officeDocument/2006/relationships/slide" Target="slides/slide86.xml"/><Relationship Id="rId165" Type="http://schemas.openxmlformats.org/officeDocument/2006/relationships/slide" Target="slides/slide161.xml"/><Relationship Id="rId186" Type="http://schemas.openxmlformats.org/officeDocument/2006/relationships/slide" Target="slides/slide182.xml"/><Relationship Id="rId211" Type="http://schemas.openxmlformats.org/officeDocument/2006/relationships/slide" Target="slides/slide207.xml"/><Relationship Id="rId232" Type="http://schemas.openxmlformats.org/officeDocument/2006/relationships/theme" Target="theme/theme1.xml"/><Relationship Id="rId27" Type="http://schemas.openxmlformats.org/officeDocument/2006/relationships/slide" Target="slides/slide23.xml"/><Relationship Id="rId48" Type="http://schemas.openxmlformats.org/officeDocument/2006/relationships/slide" Target="slides/slide44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34" Type="http://schemas.openxmlformats.org/officeDocument/2006/relationships/slide" Target="slides/slide130.xml"/><Relationship Id="rId80" Type="http://schemas.openxmlformats.org/officeDocument/2006/relationships/slide" Target="slides/slide76.xml"/><Relationship Id="rId155" Type="http://schemas.openxmlformats.org/officeDocument/2006/relationships/slide" Target="slides/slide151.xml"/><Relationship Id="rId176" Type="http://schemas.openxmlformats.org/officeDocument/2006/relationships/slide" Target="slides/slide172.xml"/><Relationship Id="rId197" Type="http://schemas.openxmlformats.org/officeDocument/2006/relationships/slide" Target="slides/slide193.xml"/><Relationship Id="rId201" Type="http://schemas.openxmlformats.org/officeDocument/2006/relationships/slide" Target="slides/slide197.xml"/><Relationship Id="rId222" Type="http://schemas.openxmlformats.org/officeDocument/2006/relationships/slide" Target="slides/slide218.xml"/><Relationship Id="rId17" Type="http://schemas.openxmlformats.org/officeDocument/2006/relationships/slide" Target="slides/slide13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24" Type="http://schemas.openxmlformats.org/officeDocument/2006/relationships/slide" Target="slides/slide120.xml"/><Relationship Id="rId70" Type="http://schemas.openxmlformats.org/officeDocument/2006/relationships/slide" Target="slides/slide66.xml"/><Relationship Id="rId91" Type="http://schemas.openxmlformats.org/officeDocument/2006/relationships/slide" Target="slides/slide87.xml"/><Relationship Id="rId145" Type="http://schemas.openxmlformats.org/officeDocument/2006/relationships/slide" Target="slides/slide141.xml"/><Relationship Id="rId166" Type="http://schemas.openxmlformats.org/officeDocument/2006/relationships/slide" Target="slides/slide162.xml"/><Relationship Id="rId187" Type="http://schemas.openxmlformats.org/officeDocument/2006/relationships/slide" Target="slides/slide183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08.xml"/><Relationship Id="rId233" Type="http://schemas.openxmlformats.org/officeDocument/2006/relationships/tableStyles" Target="tableStyles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60" Type="http://schemas.openxmlformats.org/officeDocument/2006/relationships/slide" Target="slides/slide56.xml"/><Relationship Id="rId81" Type="http://schemas.openxmlformats.org/officeDocument/2006/relationships/slide" Target="slides/slide77.xml"/><Relationship Id="rId135" Type="http://schemas.openxmlformats.org/officeDocument/2006/relationships/slide" Target="slides/slide131.xml"/><Relationship Id="rId156" Type="http://schemas.openxmlformats.org/officeDocument/2006/relationships/slide" Target="slides/slide152.xml"/><Relationship Id="rId177" Type="http://schemas.openxmlformats.org/officeDocument/2006/relationships/slide" Target="slides/slide173.xml"/><Relationship Id="rId198" Type="http://schemas.openxmlformats.org/officeDocument/2006/relationships/slide" Target="slides/slide194.xml"/><Relationship Id="rId202" Type="http://schemas.openxmlformats.org/officeDocument/2006/relationships/slide" Target="slides/slide198.xml"/><Relationship Id="rId223" Type="http://schemas.openxmlformats.org/officeDocument/2006/relationships/slide" Target="slides/slide21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50" Type="http://schemas.openxmlformats.org/officeDocument/2006/relationships/slide" Target="slides/slide46.xml"/><Relationship Id="rId104" Type="http://schemas.openxmlformats.org/officeDocument/2006/relationships/slide" Target="slides/slide100.xml"/><Relationship Id="rId125" Type="http://schemas.openxmlformats.org/officeDocument/2006/relationships/slide" Target="slides/slide121.xml"/><Relationship Id="rId146" Type="http://schemas.openxmlformats.org/officeDocument/2006/relationships/slide" Target="slides/slide142.xml"/><Relationship Id="rId167" Type="http://schemas.openxmlformats.org/officeDocument/2006/relationships/slide" Target="slides/slide163.xml"/><Relationship Id="rId188" Type="http://schemas.openxmlformats.org/officeDocument/2006/relationships/slide" Target="slides/slide184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13" Type="http://schemas.openxmlformats.org/officeDocument/2006/relationships/slide" Target="slides/slide20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40" Type="http://schemas.openxmlformats.org/officeDocument/2006/relationships/slide" Target="slides/slide36.xml"/><Relationship Id="rId115" Type="http://schemas.openxmlformats.org/officeDocument/2006/relationships/slide" Target="slides/slide111.xml"/><Relationship Id="rId136" Type="http://schemas.openxmlformats.org/officeDocument/2006/relationships/slide" Target="slides/slide132.xml"/><Relationship Id="rId157" Type="http://schemas.openxmlformats.org/officeDocument/2006/relationships/slide" Target="slides/slide153.xml"/><Relationship Id="rId178" Type="http://schemas.openxmlformats.org/officeDocument/2006/relationships/slide" Target="slides/slide174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9" Type="http://schemas.openxmlformats.org/officeDocument/2006/relationships/slide" Target="slides/slide195.xml"/><Relationship Id="rId203" Type="http://schemas.openxmlformats.org/officeDocument/2006/relationships/slide" Target="slides/slide199.xml"/><Relationship Id="rId19" Type="http://schemas.openxmlformats.org/officeDocument/2006/relationships/slide" Target="slides/slide15.xml"/><Relationship Id="rId224" Type="http://schemas.openxmlformats.org/officeDocument/2006/relationships/slide" Target="slides/slide220.xml"/><Relationship Id="rId30" Type="http://schemas.openxmlformats.org/officeDocument/2006/relationships/slide" Target="slides/slide2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147" Type="http://schemas.openxmlformats.org/officeDocument/2006/relationships/slide" Target="slides/slide143.xml"/><Relationship Id="rId168" Type="http://schemas.openxmlformats.org/officeDocument/2006/relationships/slide" Target="slides/slide16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189" Type="http://schemas.openxmlformats.org/officeDocument/2006/relationships/slide" Target="slides/slide185.xml"/><Relationship Id="rId3" Type="http://schemas.openxmlformats.org/officeDocument/2006/relationships/slideMaster" Target="slideMasters/slideMaster3.xml"/><Relationship Id="rId214" Type="http://schemas.openxmlformats.org/officeDocument/2006/relationships/slide" Target="slides/slide210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158" Type="http://schemas.openxmlformats.org/officeDocument/2006/relationships/slide" Target="slides/slide1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E9F60E1A-FAD5-4512-92C2-EA8249D612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33B389D-6FEB-41FF-B45B-51E24792D4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90439-835A-4B8B-9246-DEA70DE12C46}" type="datetimeFigureOut">
              <a:rPr lang="zh-TW" altLang="en-US" smtClean="0"/>
              <a:t>2026/3/31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356E347-01C8-4B71-929F-164642FF23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9EC264C-D9D7-4F60-B742-797BB779A1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75AA4-0F4E-493A-9CA0-DD8A918B89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30133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9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itchFamily="18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469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itchFamily="18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20469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20469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itchFamily="18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469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>
                <a:latin typeface="Times New Roman" pitchFamily="18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fld id="{0CBC64E7-DA4B-4F89-BC01-E07BBF715033}" type="slidenum">
              <a:rPr lang="en-US" altLang="zh-TW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058524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400" b="1" dirty="0"/>
              <a:t>最具法律</a:t>
            </a:r>
            <a:r>
              <a:rPr lang="en-US" altLang="zh-TW" sz="400" b="1" dirty="0"/>
              <a:t>/</a:t>
            </a:r>
            <a:r>
              <a:rPr lang="zh-TW" altLang="en-US" sz="400" b="1" dirty="0"/>
              <a:t>屬靈權益感：</a:t>
            </a:r>
            <a:r>
              <a:rPr lang="en-US" altLang="zh-TW" sz="400" b="1" dirty="0"/>
              <a:t>Decree</a:t>
            </a:r>
          </a:p>
          <a:p>
            <a:r>
              <a:rPr lang="zh-TW" altLang="en-US" sz="400" dirty="0"/>
              <a:t>這個詞的語氣最重，原意是「頒布法令」。在靈性層面上，當你進行</a:t>
            </a:r>
            <a:r>
              <a:rPr lang="zh-TW" altLang="en-US" sz="400" b="1" dirty="0"/>
              <a:t>屬靈爭戰</a:t>
            </a:r>
            <a:r>
              <a:rPr lang="zh-TW" altLang="en-US" sz="400" dirty="0"/>
              <a:t>或</a:t>
            </a:r>
            <a:r>
              <a:rPr lang="zh-TW" altLang="en-US" sz="400" b="1" dirty="0"/>
              <a:t>行使信徒權柄</a:t>
            </a:r>
            <a:r>
              <a:rPr lang="zh-TW" altLang="en-US" sz="400" dirty="0"/>
              <a:t>時，常會與 </a:t>
            </a:r>
            <a:r>
              <a:rPr lang="en-US" altLang="zh-TW" sz="400" dirty="0"/>
              <a:t>Declare </a:t>
            </a:r>
            <a:r>
              <a:rPr lang="zh-TW" altLang="en-US" sz="400" dirty="0"/>
              <a:t>連用。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400" b="1" dirty="0"/>
              <a:t>用法：</a:t>
            </a:r>
            <a:r>
              <a:rPr lang="zh-TW" altLang="en-US" sz="400" dirty="0"/>
              <a:t> </a:t>
            </a:r>
            <a:r>
              <a:rPr lang="en-US" altLang="zh-TW" sz="400" dirty="0"/>
              <a:t>I </a:t>
            </a:r>
            <a:r>
              <a:rPr lang="en-US" altLang="zh-TW" sz="400" b="1" dirty="0"/>
              <a:t>decree and declare</a:t>
            </a:r>
            <a:r>
              <a:rPr lang="en-US" altLang="zh-TW" sz="400" dirty="0"/>
              <a:t>... (</a:t>
            </a:r>
            <a:r>
              <a:rPr lang="zh-TW" altLang="en-US" sz="400" dirty="0"/>
              <a:t>我頒布並宣告</a:t>
            </a:r>
            <a:r>
              <a:rPr lang="en-US" altLang="zh-TW" sz="400" dirty="0"/>
              <a:t>...)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400" b="1" dirty="0"/>
              <a:t>情境：</a:t>
            </a:r>
            <a:r>
              <a:rPr lang="zh-TW" altLang="en-US" sz="400" dirty="0"/>
              <a:t> 屬靈爭戰禱告、命令環境改變、宣告突破。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BC64E7-DA4B-4F89-BC01-E07BBF715033}" type="slidenum">
              <a:rPr lang="en-US" altLang="zh-TW" smtClean="0"/>
              <a:t>108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32276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BC64E7-DA4B-4F89-BC01-E07BBF715033}" type="slidenum">
              <a:rPr lang="en-US" altLang="zh-TW" smtClean="0"/>
              <a:t>115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96800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BC64E7-DA4B-4F89-BC01-E07BBF715033}" type="slidenum">
              <a:rPr lang="en-US" altLang="zh-TW" smtClean="0"/>
              <a:t>205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810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BC64E7-DA4B-4F89-BC01-E07BBF715033}" type="slidenum">
              <a:rPr lang="en-US" altLang="zh-TW" smtClean="0"/>
              <a:t>206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93201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BC64E7-DA4B-4F89-BC01-E07BBF715033}" type="slidenum">
              <a:rPr lang="en-US" altLang="zh-TW" smtClean="0"/>
              <a:t>216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29017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A578CD6-1A1A-ADF1-9217-1F6CE7759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118253"/>
            <a:ext cx="12192000" cy="2382755"/>
          </a:xfrm>
        </p:spPr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E399566-1E2D-6697-E474-9204585B9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466727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4B9F4783-4BAD-797E-163F-8EF4B2EC8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600" y="277629"/>
            <a:ext cx="11363960" cy="264731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TW" altLang="en-US" sz="5400" b="1" kern="1200" spc="350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latin typeface="源泉圓體 B" panose="020B0800000000000000" pitchFamily="34" charset="-120"/>
                <a:ea typeface="源泉圓體 B" panose="020B0800000000000000" pitchFamily="34" charset="-120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altLang="zh-TW" sz="5400" spc="350" dirty="0">
              <a:ln>
                <a:solidFill>
                  <a:prstClr val="black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A9356316-CD07-B28C-8406-678C37B9B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1988840"/>
            <a:ext cx="9090744" cy="936104"/>
          </a:xfrm>
        </p:spPr>
        <p:txBody>
          <a:bodyPr anchor="ctr">
            <a:noAutofit/>
          </a:bodyPr>
          <a:lstStyle>
            <a:lvl1pPr algn="r">
              <a:defRPr sz="4800"/>
            </a:lvl1pPr>
          </a:lstStyle>
          <a:p>
            <a:endParaRPr lang="zh-TW" altLang="en-US" dirty="0"/>
          </a:p>
        </p:txBody>
      </p:sp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552F5DAA-08A3-53D3-DB00-DAD4687AF38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-50800" y="277629"/>
            <a:ext cx="975360" cy="2647315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TW" altLang="en-US" sz="3200" b="1" kern="1200" spc="150" baseline="0" dirty="0" smtClean="0">
                <a:ln>
                  <a:solidFill>
                    <a:prstClr val="black"/>
                  </a:solidFill>
                </a:ln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17610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4FAF74-ED0F-38C8-1CCF-0CF3E5238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392" y="548680"/>
            <a:ext cx="10945216" cy="2952328"/>
          </a:xfrm>
        </p:spPr>
        <p:txBody>
          <a:bodyPr anchor="ctr"/>
          <a:lstStyle>
            <a:lvl1pPr algn="ctr">
              <a:defRPr sz="8800"/>
            </a:lvl1pPr>
          </a:lstStyle>
          <a:p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2C88407-CFE3-5B5E-AB00-CD917FEEB5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99656" y="3861047"/>
            <a:ext cx="7884368" cy="2852737"/>
          </a:xfrm>
        </p:spPr>
        <p:txBody>
          <a:bodyPr>
            <a:normAutofit/>
          </a:bodyPr>
          <a:lstStyle>
            <a:lvl1pPr mar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TW" altLang="en-US" sz="4000" b="1" kern="1200" spc="300" dirty="0">
                <a:solidFill>
                  <a:prstClr val="white"/>
                </a:solidFill>
                <a:latin typeface="華康粗圓體" panose="020F0709000000000000" pitchFamily="49" charset="-120"/>
                <a:ea typeface="華康粗圓體" panose="020F0709000000000000" pitchFamily="49" charset="-120"/>
                <a:cs typeface="Gen Jyuu Gothic Medium" panose="020B0402020203020207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>
              <a:lnSpc>
                <a:spcPct val="110000"/>
              </a:lnSpc>
            </a:pPr>
            <a:endParaRPr lang="en-US" altLang="zh-TW" sz="4000" b="1" spc="300" dirty="0">
              <a:solidFill>
                <a:prstClr val="white"/>
              </a:solidFill>
              <a:latin typeface="華康粗圓體" panose="020F0709000000000000" pitchFamily="49" charset="-120"/>
              <a:ea typeface="華康粗圓體" panose="020F0709000000000000" pitchFamily="49" charset="-120"/>
              <a:cs typeface="Gen Jyuu Gothic Medium" panose="020B0402020203020207" pitchFamily="34" charset="-120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9FE429C4-DE46-C305-3146-5D32AFDB8920}"/>
              </a:ext>
            </a:extLst>
          </p:cNvPr>
          <p:cNvSpPr txBox="1">
            <a:spLocks/>
          </p:cNvSpPr>
          <p:nvPr userDrawn="1"/>
        </p:nvSpPr>
        <p:spPr>
          <a:xfrm>
            <a:off x="1343472" y="3861048"/>
            <a:ext cx="1584176" cy="28527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kumimoji="0" lang="zh-TW" altLang="en-US" sz="6000" b="1" kern="1200" spc="300" dirty="0">
                <a:solidFill>
                  <a:prstClr val="white"/>
                </a:solidFill>
                <a:latin typeface="華康粗圓體" panose="020F0709000000000000" pitchFamily="49" charset="-120"/>
                <a:ea typeface="華康粗圓體" panose="020F0709000000000000" pitchFamily="49" charset="-120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TW" altLang="en-US" sz="4000" b="1" kern="1200" spc="300" noProof="0" dirty="0">
                <a:solidFill>
                  <a:prstClr val="white"/>
                </a:solidFill>
                <a:latin typeface="華康粗圓體" panose="020F0709000000000000" pitchFamily="49" charset="-120"/>
                <a:ea typeface="華康粗圓體" panose="020F0709000000000000" pitchFamily="49" charset="-120"/>
                <a:cs typeface="Gen Jyuu Gothic Medium" panose="020B0402020203020207" pitchFamily="34" charset="-120"/>
              </a:rPr>
              <a:t>講員：</a:t>
            </a:r>
            <a:endParaRPr kumimoji="0" lang="en-US" altLang="zh-TW" sz="4000" b="1" kern="1200" spc="300" noProof="0" dirty="0">
              <a:solidFill>
                <a:prstClr val="white"/>
              </a:solidFill>
              <a:latin typeface="華康粗圓體" panose="020F0709000000000000" pitchFamily="49" charset="-120"/>
              <a:ea typeface="華康粗圓體" panose="020F0709000000000000" pitchFamily="49" charset="-120"/>
              <a:cs typeface="Gen Jyuu Gothic Medium" panose="020B0402020203020207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TW" altLang="en-US" sz="4000" b="1" kern="1200" spc="300" noProof="0" dirty="0">
                <a:solidFill>
                  <a:prstClr val="white"/>
                </a:solidFill>
                <a:latin typeface="華康粗圓體" panose="020F0709000000000000" pitchFamily="49" charset="-120"/>
                <a:ea typeface="華康粗圓體" panose="020F0709000000000000" pitchFamily="49" charset="-120"/>
                <a:cs typeface="Gen Jyuu Gothic Medium" panose="020B0402020203020207" pitchFamily="34" charset="-120"/>
              </a:rPr>
              <a:t>經文：</a:t>
            </a:r>
            <a:endParaRPr kumimoji="0" lang="en-US" altLang="zh-TW" sz="4000" b="1" kern="1200" spc="300" noProof="0" dirty="0">
              <a:solidFill>
                <a:prstClr val="white"/>
              </a:solidFill>
              <a:latin typeface="華康粗圓體" panose="020F0709000000000000" pitchFamily="49" charset="-120"/>
              <a:ea typeface="華康粗圓體" panose="020F0709000000000000" pitchFamily="49" charset="-120"/>
              <a:cs typeface="Gen Jyuu Gothic Medium" panose="020B0402020203020207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39096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B2029C-A616-E518-BAEF-8C4010A26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44625"/>
            <a:ext cx="11233248" cy="864095"/>
          </a:xfrm>
        </p:spPr>
        <p:txBody>
          <a:bodyPr/>
          <a:lstStyle>
            <a:lvl1pPr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None/>
              <a:defRPr kumimoji="1" lang="zh-TW" altLang="en-US" sz="6000" b="1" i="0" u="none" strike="noStrike" kern="1200" cap="none" spc="500" normalizeH="0" baseline="0" dirty="0">
                <a:ln w="22225" cmpd="sng">
                  <a:solidFill>
                    <a:prstClr val="white"/>
                  </a:solidFill>
                  <a:prstDash val="solid"/>
                </a:ln>
                <a:solidFill>
                  <a:srgbClr val="FF6161"/>
                </a:solidFill>
                <a:effectLst>
                  <a:glow>
                    <a:srgbClr val="FFFFFF">
                      <a:alpha val="30000"/>
                    </a:srgb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華康海報體W12" panose="02010609010101010101" pitchFamily="49" charset="-120"/>
                <a:ea typeface="華康海報體W12" panose="02010609010101010101" pitchFamily="49" charset="-120"/>
                <a:cs typeface="+mj-cs"/>
              </a:defRPr>
            </a:lvl1pPr>
          </a:lstStyle>
          <a:p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A668F02-8CF6-397D-0FFE-7BDF62AB4A3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376" y="908720"/>
            <a:ext cx="11233248" cy="59492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kumimoji="1" lang="zh-TW" altLang="en-US" sz="5400" b="1" i="0" u="none" strike="noStrike" kern="1200" cap="none" spc="300" normalizeH="0" baseline="0" noProof="0" dirty="0" smtClean="0">
                <a:ln w="22225" cmpd="sng">
                  <a:noFill/>
                  <a:prstDash val="solid"/>
                </a:ln>
                <a:solidFill>
                  <a:srgbClr val="FFC000">
                    <a:lumMod val="20000"/>
                    <a:lumOff val="80000"/>
                  </a:srgbClr>
                </a:solidFill>
                <a:effectLst>
                  <a:glow>
                    <a:srgbClr val="FFFFFF">
                      <a:alpha val="30000"/>
                    </a:srgb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華康粗圓體" panose="020F0709000000000000" pitchFamily="49" charset="-120"/>
                <a:ea typeface="華康粗圓體" panose="020F0709000000000000" pitchFamily="49" charset="-120"/>
                <a:cs typeface="+mj-cs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89644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153F42-9B75-19B0-CA51-F0B90FAAC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4278265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FD2D8F-7571-279D-6F52-1A541FA05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698" y="1052736"/>
            <a:ext cx="8483836" cy="1430413"/>
          </a:xfrm>
        </p:spPr>
        <p:txBody>
          <a:bodyPr>
            <a:normAutofit/>
          </a:bodyPr>
          <a:lstStyle>
            <a:lvl1pPr>
              <a:defRPr kumimoji="1" lang="zh-TW" altLang="en-US" sz="8000" b="0" i="0" u="none" strike="noStrike" kern="1200" cap="none" spc="0" normalizeH="0" baseline="0" noProof="0" dirty="0">
                <a:ln w="50800">
                  <a:solidFill>
                    <a:srgbClr val="9E2AA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華康海報體W12" panose="02010609010101010101" pitchFamily="49" charset="-120"/>
                <a:ea typeface="華康海報體W12" panose="02010609010101010101" pitchFamily="49" charset="-120"/>
                <a:cs typeface="+mn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8000" b="0" i="0" u="none" strike="noStrike" kern="1200" cap="none" spc="0" normalizeH="0" baseline="0" noProof="0" dirty="0">
                <a:ln w="50800">
                  <a:solidFill>
                    <a:srgbClr val="FF6161"/>
                  </a:solidFill>
                  <a:prstDash val="solid"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華康海報體W12" panose="02010609010101010101" pitchFamily="49" charset="-120"/>
                <a:ea typeface="華康海報體W12" panose="02010609010101010101" pitchFamily="49" charset="-120"/>
                <a:cs typeface="+mn-cs"/>
              </a:rPr>
              <a:t>123</a:t>
            </a:r>
            <a:endParaRPr kumimoji="1" lang="zh-TW" altLang="en-US" sz="8000" b="0" i="0" u="none" strike="noStrike" kern="1200" cap="none" spc="0" normalizeH="0" baseline="0" noProof="0" dirty="0">
              <a:ln w="50800">
                <a:solidFill>
                  <a:srgbClr val="FF6161"/>
                </a:solidFill>
                <a:prstDash val="solid"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華康海報體W12" panose="02010609010101010101" pitchFamily="49" charset="-120"/>
              <a:ea typeface="華康海報體W12" panose="02010609010101010101" pitchFamily="49" charset="-120"/>
              <a:cs typeface="+mn-cs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0EA1B83-8387-994E-6C0D-CAE7C66D768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66565" y="2511439"/>
            <a:ext cx="8563349" cy="1430413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kumimoji="1" lang="zh-TW" altLang="en-US" sz="8000" b="0" i="0" u="none" strike="noStrike" kern="1200" cap="none" spc="0" normalizeH="0" baseline="0" noProof="0" dirty="0">
                <a:ln w="50800">
                  <a:solidFill>
                    <a:srgbClr val="FF6161"/>
                  </a:solidFill>
                  <a:prstDash val="solid"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華康海報體W12" panose="02010609010101010101" pitchFamily="49" charset="-120"/>
                <a:ea typeface="華康海報體W12" panose="02010609010101010101" pitchFamily="49" charset="-120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B701625-16AB-A0DF-C2C1-A87FA0B091B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84774" y="3957280"/>
            <a:ext cx="8831706" cy="1430413"/>
          </a:xfrm>
        </p:spPr>
        <p:txBody>
          <a:bodyPr anchor="ctr">
            <a:noAutofit/>
          </a:bodyPr>
          <a:lstStyle>
            <a:lvl1pPr>
              <a:defRPr kumimoji="1" lang="zh-TW" altLang="en-US" sz="8000" b="0" i="0" u="none" strike="noStrike" kern="1200" cap="none" spc="0" normalizeH="0" baseline="0" noProof="0" dirty="0">
                <a:ln w="50800">
                  <a:solidFill>
                    <a:srgbClr val="FF6161"/>
                  </a:solidFill>
                  <a:prstDash val="solid"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華康海報體W12" panose="02010609010101010101" pitchFamily="49" charset="-120"/>
                <a:ea typeface="華康海報體W12" panose="02010609010101010101" pitchFamily="49" charset="-120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按一下以編輯母片文字樣式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7FBDC28-60B0-24E3-212F-4147CAD24A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1" t="7181" r="-1311" b="17361"/>
          <a:stretch/>
        </p:blipFill>
        <p:spPr>
          <a:xfrm rot="443776">
            <a:off x="6003380" y="1070086"/>
            <a:ext cx="5597738" cy="508238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266869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>
        <p:tmplLst>
          <p:tmpl lvl="1">
            <p:tnLst>
              <p:par>
                <p:cTn presetID="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2F840B63-0E3D-8203-B739-BB38CE5BD05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90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A90AF4-BDF3-FDFA-0BBA-A849E65B11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89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1C2540-A7AF-ACE2-E5DA-267FDDBD84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88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70C913-4282-0336-6657-EBB7CCE0CD0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87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DE93CB-0AF0-326D-9833-0BA05C824A7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86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95A698-C4BE-DF4E-C9D2-B9F2308D0A1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85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A52639-34FE-3E62-E633-72C8A6F6A44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84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2E3942-CFAE-D047-AC98-923BAB9CF6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83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886FD4-937C-D5E0-5FE6-E804DDDF881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82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3B520E-07E2-6F05-228F-F8A728F776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81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526049-1FCA-0B0F-4094-241809E58D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80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CB4438-0A58-6F3E-744C-B527EA8250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79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881CA3-8428-EE78-1C61-D5B8291D3B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78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35093E-37BA-FF78-D35A-CCE3BF70D72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77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2A86C5-35A5-F1CD-C8AA-DA5F1C58DF3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76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3253C4-CC42-7F3F-63DC-1E585350742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75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623C84-C93C-52FC-57F2-9AF0FC350E2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74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FBABBA-51E1-E350-AD58-6A36C2ED3F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73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A3861B4-33E9-F070-4CDC-12E9C12DEFB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72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3D6F05-1FE2-0A1A-BB65-1B9C993B8DB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71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34873F8-C8B1-CF35-03AF-B46F89D5A7B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70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41AEC8E-6828-5BC1-93EA-4EDA4594891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69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6941DD-8752-6B0A-5B93-D0575383208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68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5A771AE-773F-6387-8776-A537BCB5A4E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67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524D835-0B8D-17C1-27AA-0FA27675C80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66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0D31832-8FAF-A753-0B91-531C7E47B6F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65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5E34602-6155-6C65-6EF4-13755CEC67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64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93402A8-4733-E9FE-490A-5CC2343F4EE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63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82DD985-552E-B73B-1779-8E26101E5AD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62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4EC1654-E024-D0F0-AA6C-FC773C9BDF1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61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3D79C8E-8590-399F-9E90-6E63A44587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60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CDC4D25-89D6-240A-C1D1-573B65B0982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59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95F1E34-44B4-A270-95AF-2C0B790B39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58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C6C55E9-3E57-CEFE-AC46-26BB879B3B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57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D8BEEDF-2082-21D1-AE72-D8DF0901072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56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CAED086-16F2-2FE8-EE6B-8ADCCD653A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55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A449826-38CF-B21F-01C8-15648F02912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54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23E05AF-5270-4493-0A24-BA96BD0F420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53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A3AF218-D8A5-CAA9-EFD7-393FDE4251C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52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836D0DB-ACAA-230A-32AB-1E12CFD7759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51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63D5D75-D6B3-71B3-2262-757DDFC56E1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50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4830323-84B8-4229-627E-487988D58B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49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D9A7597-80D9-34F7-449C-914CB5902F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48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824E05F-B805-676A-C6E8-68107E1B76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47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47046ED-E2B9-B436-CF9F-468FD36C8E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46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ECFB294-6401-6D23-002A-9090C30AE02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45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7D76BA4-281B-19E5-6D66-A250E285A2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44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C7D8E33-DAAA-8A5A-487E-0D4C0C9F4E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43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4B24310-F02F-F74F-823B-D808E4EEB3A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42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D74D127-92C4-5EB0-D3DB-626289CB0A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41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967566C-C4F8-5A83-5065-DFAD3FEC1CA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40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2289EFF-F850-46AC-7E8E-7891734745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39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3276F6D-8E0B-0D71-A5B4-74FD6075EC6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38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DD4DE10-E8B6-1C48-3ACF-0EA5E4D72A4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37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2AA4C70-0862-833B-CF37-8216DF618C6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36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A2FDFC3-004F-7C8C-2D04-4E7643FC941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35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E9726BB-C3D8-345E-ED88-1D043B93E92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34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8E2850E-70DE-C1F4-BCA1-6E4F2FED5B4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33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1E941D5-FD7E-D32E-CEE3-7523ADD0537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32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A7C2A52-044A-CF4B-85B6-E711A3CAABE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31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60BBD62-A7E0-3244-11F3-A1A1614C00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30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C1A38EC-E9CD-5EF9-90A3-EDE213A3F7F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29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C516C5A-B59E-D535-E6BA-BDAE9476411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28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B4FDEC4-C059-A192-F1E1-5CEFBCD303D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27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DC0A49A-593D-55B0-B949-B8EACF3AFE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26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5C0BE68-2BB4-AD1B-538F-B4E4AA3E144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25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CFA9EC9-058D-7D3A-0F24-511EC211F1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24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47CA42E-3902-13F3-5BE3-6B35F4B342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23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5E4988A-C433-D1C6-05F5-8A135F60DE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22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C1B7360-F965-DA34-AC08-61F678D3F79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21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29BABEC-BE3B-D0B3-4D28-83DD5403F9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20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4AE24AC-7168-92C2-E649-4A2F0518389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19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4CE4356-9332-1456-BCFE-567BCC122ED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18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B2F1C0B-702D-0FF8-61C7-FEAD95295D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17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9ED3F07-F34F-37EA-A31E-607EFD803A8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16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4FA76DC-EE34-7CE3-A45E-4108A7A8B3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15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14D456E-9533-B586-8E0F-DC473BFD8D0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14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C8B5A3A-9C4A-B63E-0EED-ECEF0D69BEA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13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66AF290-A971-C036-5196-ECE94A7D1AD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12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2A33DB0-AABA-D144-7055-254A1404EA5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11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F023BAB-9DA3-F244-0A7A-9CDCD041511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04676" y="1890117"/>
            <a:ext cx="6521418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 dirty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新細明體" pitchFamily="18" charset="-120"/>
                <a:cs typeface="Mongolian Baiti" panose="03000500000000000000" pitchFamily="66" charset="0"/>
              </a:rPr>
              <a:t>10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56A255A-72A4-EF91-0DDA-064906A0E5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97084" y="1890117"/>
            <a:ext cx="3258956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華康中黑體" pitchFamily="49" charset="-120"/>
                <a:cs typeface="Mongolian Baiti" panose="03000500000000000000" pitchFamily="66" charset="0"/>
              </a:rPr>
              <a:t>9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5874FEC-1668-6D87-2007-93D72F7E20D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97084" y="1890117"/>
            <a:ext cx="3258956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華康中黑體" pitchFamily="49" charset="-120"/>
                <a:cs typeface="Mongolian Baiti" panose="03000500000000000000" pitchFamily="66" charset="0"/>
              </a:rPr>
              <a:t>8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2AA8AAF-8B78-963F-A26F-BA9F5E93E1E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97084" y="1890117"/>
            <a:ext cx="3258956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華康中黑體" pitchFamily="49" charset="-120"/>
                <a:cs typeface="Mongolian Baiti" panose="03000500000000000000" pitchFamily="66" charset="0"/>
              </a:rPr>
              <a:t>7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F5DEC5A-70C2-C797-0020-0BBAFA5B46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97084" y="1890117"/>
            <a:ext cx="3258956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華康中黑體" pitchFamily="49" charset="-120"/>
                <a:cs typeface="Mongolian Baiti" panose="03000500000000000000" pitchFamily="66" charset="0"/>
              </a:rPr>
              <a:t>6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B2ECB17-D448-10A5-F361-CB637352E8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97084" y="1890117"/>
            <a:ext cx="3258956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華康中黑體" pitchFamily="49" charset="-120"/>
                <a:cs typeface="Mongolian Baiti" panose="03000500000000000000" pitchFamily="66" charset="0"/>
              </a:rPr>
              <a:t>5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64390A1-E619-AA1D-3F9C-7C74010162E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97084" y="1890117"/>
            <a:ext cx="3258956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華康中黑體" pitchFamily="49" charset="-120"/>
                <a:cs typeface="Mongolian Baiti" panose="03000500000000000000" pitchFamily="66" charset="0"/>
              </a:rPr>
              <a:t>4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66E9E7C-B3C4-FB89-A508-388528AE911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97084" y="1890117"/>
            <a:ext cx="3258956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華康中黑體" pitchFamily="49" charset="-120"/>
                <a:cs typeface="Mongolian Baiti" panose="03000500000000000000" pitchFamily="66" charset="0"/>
              </a:rPr>
              <a:t>3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4A2F244A-63F2-B6AA-767E-9EF8A23558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97084" y="1890117"/>
            <a:ext cx="3258956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華康中黑體" pitchFamily="49" charset="-120"/>
                <a:cs typeface="Mongolian Baiti" panose="03000500000000000000" pitchFamily="66" charset="0"/>
              </a:rPr>
              <a:t>2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3376B1D-F4FE-7D3B-500F-B85ED4DE19A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97084" y="1890117"/>
            <a:ext cx="3258956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華康中黑體" pitchFamily="49" charset="-120"/>
                <a:cs typeface="Mongolian Baiti" panose="03000500000000000000" pitchFamily="66" charset="0"/>
              </a:rPr>
              <a:t>1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E550630-2DCC-1397-73FD-C21DCF0A748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97084" y="1890117"/>
            <a:ext cx="3258956" cy="30777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0000" b="1" i="0" u="none" strike="noStrike" kern="1200" cap="none" spc="0" normalizeH="0" baseline="0" noProof="0" dirty="0">
                <a:ln w="15875">
                  <a:solidFill>
                    <a:prstClr val="black"/>
                  </a:solidFill>
                </a:ln>
                <a:solidFill>
                  <a:srgbClr val="D15AD4"/>
                </a:solidFill>
                <a:effectLst/>
                <a:uLnTx/>
                <a:uFillTx/>
                <a:latin typeface="Comic Sans MS" panose="030F0702030302020204" pitchFamily="66" charset="0"/>
                <a:ea typeface="華康中黑體" pitchFamily="49" charset="-120"/>
                <a:cs typeface="Mongolian Baiti" panose="03000500000000000000" pitchFamily="66" charset="0"/>
              </a:rPr>
              <a:t>0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5FC3C0B-FCF0-3834-A515-613EBD3CE4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1" t="7181" r="-1311" b="17361"/>
          <a:stretch/>
        </p:blipFill>
        <p:spPr>
          <a:xfrm rot="443776">
            <a:off x="6003380" y="1070086"/>
            <a:ext cx="5597738" cy="508238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338191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9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1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3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4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6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7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8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1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2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3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4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6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7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8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9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0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10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32000"/>
                            </p:stCondLst>
                            <p:childTnLst>
                              <p:par>
                                <p:cTn id="10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30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4000"/>
                            </p:stCondLst>
                            <p:childTnLst>
                              <p:par>
                                <p:cTn id="10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5000"/>
                            </p:stCondLst>
                            <p:childTnLst>
                              <p:par>
                                <p:cTn id="11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6000"/>
                            </p:stCondLst>
                            <p:childTnLst>
                              <p:par>
                                <p:cTn id="11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3700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8000"/>
                            </p:stCondLst>
                            <p:childTnLst>
                              <p:par>
                                <p:cTn id="11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39000"/>
                            </p:stCondLst>
                            <p:childTnLst>
                              <p:par>
                                <p:cTn id="12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40000"/>
                            </p:stCondLst>
                            <p:childTnLst>
                              <p:par>
                                <p:cTn id="12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4100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42000"/>
                            </p:stCondLst>
                            <p:childTnLst>
                              <p:par>
                                <p:cTn id="13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430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44000"/>
                            </p:stCondLst>
                            <p:childTnLst>
                              <p:par>
                                <p:cTn id="13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450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46000"/>
                            </p:stCondLst>
                            <p:childTnLst>
                              <p:par>
                                <p:cTn id="14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47000"/>
                            </p:stCondLst>
                            <p:childTnLst>
                              <p:par>
                                <p:cTn id="14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48000"/>
                            </p:stCondLst>
                            <p:childTnLst>
                              <p:par>
                                <p:cTn id="14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49000"/>
                            </p:stCondLst>
                            <p:childTnLst>
                              <p:par>
                                <p:cTn id="15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50000"/>
                            </p:stCondLst>
                            <p:childTnLst>
                              <p:par>
                                <p:cTn id="15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1000"/>
                            </p:stCondLst>
                            <p:childTnLst>
                              <p:par>
                                <p:cTn id="15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2000"/>
                            </p:stCondLst>
                            <p:childTnLst>
                              <p:par>
                                <p:cTn id="16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3000"/>
                            </p:stCondLst>
                            <p:childTnLst>
                              <p:par>
                                <p:cTn id="16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54000"/>
                            </p:stCondLst>
                            <p:childTnLst>
                              <p:par>
                                <p:cTn id="16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55000"/>
                            </p:stCondLst>
                            <p:childTnLst>
                              <p:par>
                                <p:cTn id="17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6000"/>
                            </p:stCondLst>
                            <p:childTnLst>
                              <p:par>
                                <p:cTn id="17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7000"/>
                            </p:stCondLst>
                            <p:childTnLst>
                              <p:par>
                                <p:cTn id="17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8000"/>
                            </p:stCondLst>
                            <p:childTnLst>
                              <p:par>
                                <p:cTn id="17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59000"/>
                            </p:stCondLst>
                            <p:childTnLst>
                              <p:par>
                                <p:cTn id="18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60000"/>
                            </p:stCondLst>
                            <p:childTnLst>
                              <p:par>
                                <p:cTn id="18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61000"/>
                            </p:stCondLst>
                            <p:childTnLst>
                              <p:par>
                                <p:cTn id="18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62000"/>
                            </p:stCondLst>
                            <p:childTnLst>
                              <p:par>
                                <p:cTn id="19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63000"/>
                            </p:stCondLst>
                            <p:childTnLst>
                              <p:par>
                                <p:cTn id="19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64000"/>
                            </p:stCondLst>
                            <p:childTnLst>
                              <p:par>
                                <p:cTn id="19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65000"/>
                            </p:stCondLst>
                            <p:childTnLst>
                              <p:par>
                                <p:cTn id="20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66000"/>
                            </p:stCondLst>
                            <p:childTnLst>
                              <p:par>
                                <p:cTn id="20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67000"/>
                            </p:stCondLst>
                            <p:childTnLst>
                              <p:par>
                                <p:cTn id="20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68000"/>
                            </p:stCondLst>
                            <p:childTnLst>
                              <p:par>
                                <p:cTn id="20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69000"/>
                            </p:stCondLst>
                            <p:childTnLst>
                              <p:par>
                                <p:cTn id="21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70000"/>
                            </p:stCondLst>
                            <p:childTnLst>
                              <p:par>
                                <p:cTn id="21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71000"/>
                            </p:stCondLst>
                            <p:childTnLst>
                              <p:par>
                                <p:cTn id="21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72000"/>
                            </p:stCondLst>
                            <p:childTnLst>
                              <p:par>
                                <p:cTn id="22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73000"/>
                            </p:stCondLst>
                            <p:childTnLst>
                              <p:par>
                                <p:cTn id="22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74000"/>
                            </p:stCondLst>
                            <p:childTnLst>
                              <p:par>
                                <p:cTn id="22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75000"/>
                            </p:stCondLst>
                            <p:childTnLst>
                              <p:par>
                                <p:cTn id="23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76000"/>
                            </p:stCondLst>
                            <p:childTnLst>
                              <p:par>
                                <p:cTn id="23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77000"/>
                            </p:stCondLst>
                            <p:childTnLst>
                              <p:par>
                                <p:cTn id="23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78000"/>
                            </p:stCondLst>
                            <p:childTnLst>
                              <p:par>
                                <p:cTn id="23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79000"/>
                            </p:stCondLst>
                            <p:childTnLst>
                              <p:par>
                                <p:cTn id="24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80000"/>
                            </p:stCondLst>
                            <p:childTnLst>
                              <p:par>
                                <p:cTn id="24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81000"/>
                            </p:stCondLst>
                            <p:childTnLst>
                              <p:par>
                                <p:cTn id="24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82000"/>
                            </p:stCondLst>
                            <p:childTnLst>
                              <p:par>
                                <p:cTn id="25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83000"/>
                            </p:stCondLst>
                            <p:childTnLst>
                              <p:par>
                                <p:cTn id="25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84000"/>
                            </p:stCondLst>
                            <p:childTnLst>
                              <p:par>
                                <p:cTn id="25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85000"/>
                            </p:stCondLst>
                            <p:childTnLst>
                              <p:par>
                                <p:cTn id="26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86000"/>
                            </p:stCondLst>
                            <p:childTnLst>
                              <p:par>
                                <p:cTn id="26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87000"/>
                            </p:stCondLst>
                            <p:childTnLst>
                              <p:par>
                                <p:cTn id="26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88000"/>
                            </p:stCondLst>
                            <p:childTnLst>
                              <p:par>
                                <p:cTn id="26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89000"/>
                            </p:stCondLst>
                            <p:childTnLst>
                              <p:par>
                                <p:cTn id="27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90000"/>
                            </p:stCondLst>
                            <p:childTnLst>
                              <p:par>
                                <p:cTn id="27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5" grpId="2"/>
      <p:bldP spid="5" grpId="3"/>
      <p:bldP spid="5" grpId="4"/>
      <p:bldP spid="5" grpId="5"/>
      <p:bldP spid="5" grpId="6"/>
      <p:bldP spid="5" grpId="7"/>
      <p:bldP spid="5" grpId="8"/>
      <p:bldP spid="5" grpId="9"/>
      <p:bldP spid="5" grpId="10"/>
      <p:bldP spid="5" grpId="11"/>
      <p:bldP spid="5" grpId="12"/>
      <p:bldP spid="5" grpId="13"/>
      <p:bldP spid="5" grpId="14"/>
      <p:bldP spid="5" grpId="15"/>
      <p:bldP spid="5" grpId="16"/>
      <p:bldP spid="5" grpId="17"/>
      <p:bldP spid="8" grpId="0"/>
      <p:bldP spid="8" grpId="1"/>
      <p:bldP spid="8" grpId="2"/>
      <p:bldP spid="8" grpId="3"/>
      <p:bldP spid="8" grpId="4"/>
      <p:bldP spid="8" grpId="5"/>
      <p:bldP spid="8" grpId="6"/>
      <p:bldP spid="8" grpId="7"/>
      <p:bldP spid="8" grpId="8"/>
      <p:bldP spid="8" grpId="9"/>
      <p:bldP spid="8" grpId="10"/>
      <p:bldP spid="8" grpId="11"/>
      <p:bldP spid="8" grpId="12"/>
      <p:bldP spid="8" grpId="13"/>
      <p:bldP spid="8" grpId="14"/>
      <p:bldP spid="8" grpId="15"/>
      <p:bldP spid="8" grpId="16"/>
      <p:bldP spid="8" grpId="17"/>
      <p:bldP spid="9" grpId="0"/>
      <p:bldP spid="9" grpId="1"/>
      <p:bldP spid="9" grpId="2"/>
      <p:bldP spid="9" grpId="3"/>
      <p:bldP spid="9" grpId="4"/>
      <p:bldP spid="9" grpId="5"/>
      <p:bldP spid="9" grpId="6"/>
      <p:bldP spid="9" grpId="7"/>
      <p:bldP spid="9" grpId="8"/>
      <p:bldP spid="9" grpId="9"/>
      <p:bldP spid="9" grpId="10"/>
      <p:bldP spid="9" grpId="11"/>
      <p:bldP spid="9" grpId="12"/>
      <p:bldP spid="9" grpId="13"/>
      <p:bldP spid="9" grpId="14"/>
      <p:bldP spid="9" grpId="15"/>
      <p:bldP spid="9" grpId="16"/>
      <p:bldP spid="9" grpId="17"/>
      <p:bldP spid="10" grpId="0"/>
      <p:bldP spid="10" grpId="1"/>
      <p:bldP spid="10" grpId="2"/>
      <p:bldP spid="10" grpId="3"/>
      <p:bldP spid="10" grpId="4"/>
      <p:bldP spid="10" grpId="5"/>
      <p:bldP spid="10" grpId="6"/>
      <p:bldP spid="10" grpId="7"/>
      <p:bldP spid="10" grpId="8"/>
      <p:bldP spid="10" grpId="9"/>
      <p:bldP spid="10" grpId="10"/>
      <p:bldP spid="10" grpId="11"/>
      <p:bldP spid="10" grpId="12"/>
      <p:bldP spid="10" grpId="13"/>
      <p:bldP spid="10" grpId="14"/>
      <p:bldP spid="10" grpId="15"/>
      <p:bldP spid="10" grpId="16"/>
      <p:bldP spid="10" grpId="17"/>
      <p:bldP spid="11" grpId="0"/>
      <p:bldP spid="11" grpId="1"/>
      <p:bldP spid="11" grpId="2"/>
      <p:bldP spid="11" grpId="3"/>
      <p:bldP spid="11" grpId="4"/>
      <p:bldP spid="11" grpId="5"/>
      <p:bldP spid="11" grpId="6"/>
      <p:bldP spid="11" grpId="7"/>
      <p:bldP spid="11" grpId="8"/>
      <p:bldP spid="11" grpId="9"/>
      <p:bldP spid="11" grpId="10"/>
      <p:bldP spid="11" grpId="11"/>
      <p:bldP spid="11" grpId="12"/>
      <p:bldP spid="11" grpId="13"/>
      <p:bldP spid="11" grpId="14"/>
      <p:bldP spid="11" grpId="15"/>
      <p:bldP spid="11" grpId="16"/>
      <p:bldP spid="11" grpId="17"/>
      <p:bldP spid="12" grpId="0"/>
      <p:bldP spid="12" grpId="1"/>
      <p:bldP spid="12" grpId="2"/>
      <p:bldP spid="12" grpId="3"/>
      <p:bldP spid="12" grpId="4"/>
      <p:bldP spid="12" grpId="5"/>
      <p:bldP spid="12" grpId="6"/>
      <p:bldP spid="12" grpId="7"/>
      <p:bldP spid="12" grpId="8"/>
      <p:bldP spid="12" grpId="9"/>
      <p:bldP spid="12" grpId="10"/>
      <p:bldP spid="12" grpId="11"/>
      <p:bldP spid="12" grpId="12"/>
      <p:bldP spid="12" grpId="13"/>
      <p:bldP spid="12" grpId="14"/>
      <p:bldP spid="12" grpId="15"/>
      <p:bldP spid="12" grpId="16"/>
      <p:bldP spid="12" grpId="17"/>
      <p:bldP spid="13" grpId="0"/>
      <p:bldP spid="13" grpId="1"/>
      <p:bldP spid="13" grpId="2"/>
      <p:bldP spid="13" grpId="3"/>
      <p:bldP spid="13" grpId="4"/>
      <p:bldP spid="13" grpId="5"/>
      <p:bldP spid="13" grpId="6"/>
      <p:bldP spid="13" grpId="7"/>
      <p:bldP spid="13" grpId="8"/>
      <p:bldP spid="13" grpId="9"/>
      <p:bldP spid="13" grpId="10"/>
      <p:bldP spid="13" grpId="11"/>
      <p:bldP spid="13" grpId="12"/>
      <p:bldP spid="13" grpId="13"/>
      <p:bldP spid="13" grpId="14"/>
      <p:bldP spid="13" grpId="15"/>
      <p:bldP spid="13" grpId="16"/>
      <p:bldP spid="13" grpId="17"/>
      <p:bldP spid="14" grpId="0"/>
      <p:bldP spid="14" grpId="1"/>
      <p:bldP spid="14" grpId="2"/>
      <p:bldP spid="14" grpId="3"/>
      <p:bldP spid="14" grpId="4"/>
      <p:bldP spid="14" grpId="5"/>
      <p:bldP spid="14" grpId="6"/>
      <p:bldP spid="14" grpId="7"/>
      <p:bldP spid="14" grpId="8"/>
      <p:bldP spid="14" grpId="9"/>
      <p:bldP spid="14" grpId="10"/>
      <p:bldP spid="14" grpId="11"/>
      <p:bldP spid="14" grpId="12"/>
      <p:bldP spid="14" grpId="13"/>
      <p:bldP spid="14" grpId="14"/>
      <p:bldP spid="14" grpId="15"/>
      <p:bldP spid="14" grpId="16"/>
      <p:bldP spid="14" grpId="17"/>
      <p:bldP spid="15" grpId="0"/>
      <p:bldP spid="15" grpId="1"/>
      <p:bldP spid="15" grpId="2"/>
      <p:bldP spid="15" grpId="3"/>
      <p:bldP spid="15" grpId="4"/>
      <p:bldP spid="15" grpId="5"/>
      <p:bldP spid="15" grpId="6"/>
      <p:bldP spid="15" grpId="7"/>
      <p:bldP spid="15" grpId="8"/>
      <p:bldP spid="15" grpId="9"/>
      <p:bldP spid="15" grpId="10"/>
      <p:bldP spid="15" grpId="11"/>
      <p:bldP spid="15" grpId="12"/>
      <p:bldP spid="15" grpId="13"/>
      <p:bldP spid="15" grpId="14"/>
      <p:bldP spid="15" grpId="15"/>
      <p:bldP spid="15" grpId="16"/>
      <p:bldP spid="15" grpId="17"/>
      <p:bldP spid="16" grpId="0"/>
      <p:bldP spid="16" grpId="1"/>
      <p:bldP spid="16" grpId="2"/>
      <p:bldP spid="16" grpId="3"/>
      <p:bldP spid="16" grpId="4"/>
      <p:bldP spid="16" grpId="5"/>
      <p:bldP spid="16" grpId="6"/>
      <p:bldP spid="16" grpId="7"/>
      <p:bldP spid="16" grpId="8"/>
      <p:bldP spid="16" grpId="9"/>
      <p:bldP spid="16" grpId="10"/>
      <p:bldP spid="16" grpId="11"/>
      <p:bldP spid="16" grpId="12"/>
      <p:bldP spid="16" grpId="13"/>
      <p:bldP spid="16" grpId="14"/>
      <p:bldP spid="16" grpId="15"/>
      <p:bldP spid="16" grpId="16"/>
      <p:bldP spid="16" grpId="17"/>
      <p:bldP spid="17" grpId="0"/>
      <p:bldP spid="17" grpId="1"/>
      <p:bldP spid="17" grpId="2"/>
      <p:bldP spid="17" grpId="3"/>
      <p:bldP spid="17" grpId="4"/>
      <p:bldP spid="17" grpId="5"/>
      <p:bldP spid="17" grpId="6"/>
      <p:bldP spid="17" grpId="7"/>
      <p:bldP spid="17" grpId="8"/>
      <p:bldP spid="17" grpId="9"/>
      <p:bldP spid="17" grpId="10"/>
      <p:bldP spid="17" grpId="11"/>
      <p:bldP spid="17" grpId="12"/>
      <p:bldP spid="17" grpId="13"/>
      <p:bldP spid="17" grpId="14"/>
      <p:bldP spid="17" grpId="15"/>
      <p:bldP spid="17" grpId="16"/>
      <p:bldP spid="17" grpId="17"/>
      <p:bldP spid="18" grpId="0"/>
      <p:bldP spid="18" grpId="1"/>
      <p:bldP spid="18" grpId="2"/>
      <p:bldP spid="18" grpId="3"/>
      <p:bldP spid="18" grpId="4"/>
      <p:bldP spid="18" grpId="5"/>
      <p:bldP spid="18" grpId="6"/>
      <p:bldP spid="18" grpId="7"/>
      <p:bldP spid="18" grpId="8"/>
      <p:bldP spid="18" grpId="9"/>
      <p:bldP spid="18" grpId="10"/>
      <p:bldP spid="18" grpId="11"/>
      <p:bldP spid="18" grpId="12"/>
      <p:bldP spid="18" grpId="13"/>
      <p:bldP spid="18" grpId="14"/>
      <p:bldP spid="18" grpId="15"/>
      <p:bldP spid="18" grpId="16"/>
      <p:bldP spid="18" grpId="17"/>
      <p:bldP spid="19" grpId="0"/>
      <p:bldP spid="19" grpId="1"/>
      <p:bldP spid="19" grpId="2"/>
      <p:bldP spid="19" grpId="3"/>
      <p:bldP spid="19" grpId="4"/>
      <p:bldP spid="19" grpId="5"/>
      <p:bldP spid="19" grpId="6"/>
      <p:bldP spid="19" grpId="7"/>
      <p:bldP spid="19" grpId="8"/>
      <p:bldP spid="19" grpId="9"/>
      <p:bldP spid="19" grpId="10"/>
      <p:bldP spid="19" grpId="11"/>
      <p:bldP spid="19" grpId="12"/>
      <p:bldP spid="19" grpId="13"/>
      <p:bldP spid="19" grpId="14"/>
      <p:bldP spid="19" grpId="15"/>
      <p:bldP spid="19" grpId="16"/>
      <p:bldP spid="19" grpId="17"/>
      <p:bldP spid="20" grpId="0"/>
      <p:bldP spid="20" grpId="1"/>
      <p:bldP spid="20" grpId="2"/>
      <p:bldP spid="20" grpId="3"/>
      <p:bldP spid="20" grpId="4"/>
      <p:bldP spid="20" grpId="5"/>
      <p:bldP spid="20" grpId="6"/>
      <p:bldP spid="20" grpId="7"/>
      <p:bldP spid="20" grpId="8"/>
      <p:bldP spid="20" grpId="9"/>
      <p:bldP spid="20" grpId="10"/>
      <p:bldP spid="20" grpId="11"/>
      <p:bldP spid="20" grpId="12"/>
      <p:bldP spid="20" grpId="13"/>
      <p:bldP spid="20" grpId="14"/>
      <p:bldP spid="20" grpId="15"/>
      <p:bldP spid="20" grpId="16"/>
      <p:bldP spid="20" grpId="17"/>
      <p:bldP spid="21" grpId="0"/>
      <p:bldP spid="21" grpId="1"/>
      <p:bldP spid="21" grpId="2"/>
      <p:bldP spid="21" grpId="3"/>
      <p:bldP spid="21" grpId="4"/>
      <p:bldP spid="21" grpId="5"/>
      <p:bldP spid="21" grpId="6"/>
      <p:bldP spid="21" grpId="7"/>
      <p:bldP spid="21" grpId="8"/>
      <p:bldP spid="21" grpId="9"/>
      <p:bldP spid="21" grpId="10"/>
      <p:bldP spid="21" grpId="11"/>
      <p:bldP spid="21" grpId="12"/>
      <p:bldP spid="21" grpId="13"/>
      <p:bldP spid="21" grpId="14"/>
      <p:bldP spid="21" grpId="15"/>
      <p:bldP spid="21" grpId="16"/>
      <p:bldP spid="21" grpId="17"/>
      <p:bldP spid="22" grpId="0"/>
      <p:bldP spid="22" grpId="1"/>
      <p:bldP spid="22" grpId="2"/>
      <p:bldP spid="22" grpId="3"/>
      <p:bldP spid="22" grpId="4"/>
      <p:bldP spid="22" grpId="5"/>
      <p:bldP spid="22" grpId="6"/>
      <p:bldP spid="22" grpId="7"/>
      <p:bldP spid="22" grpId="8"/>
      <p:bldP spid="22" grpId="9"/>
      <p:bldP spid="22" grpId="10"/>
      <p:bldP spid="22" grpId="11"/>
      <p:bldP spid="22" grpId="12"/>
      <p:bldP spid="22" grpId="13"/>
      <p:bldP spid="22" grpId="14"/>
      <p:bldP spid="22" grpId="15"/>
      <p:bldP spid="22" grpId="16"/>
      <p:bldP spid="22" grpId="17"/>
      <p:bldP spid="23" grpId="0"/>
      <p:bldP spid="23" grpId="1"/>
      <p:bldP spid="23" grpId="2"/>
      <p:bldP spid="23" grpId="3"/>
      <p:bldP spid="23" grpId="4"/>
      <p:bldP spid="23" grpId="5"/>
      <p:bldP spid="23" grpId="6"/>
      <p:bldP spid="23" grpId="7"/>
      <p:bldP spid="23" grpId="8"/>
      <p:bldP spid="23" grpId="9"/>
      <p:bldP spid="23" grpId="10"/>
      <p:bldP spid="23" grpId="11"/>
      <p:bldP spid="23" grpId="12"/>
      <p:bldP spid="23" grpId="13"/>
      <p:bldP spid="23" grpId="14"/>
      <p:bldP spid="23" grpId="15"/>
      <p:bldP spid="23" grpId="16"/>
      <p:bldP spid="23" grpId="17"/>
      <p:bldP spid="24" grpId="0"/>
      <p:bldP spid="24" grpId="1"/>
      <p:bldP spid="24" grpId="2"/>
      <p:bldP spid="24" grpId="3"/>
      <p:bldP spid="24" grpId="4"/>
      <p:bldP spid="24" grpId="5"/>
      <p:bldP spid="24" grpId="6"/>
      <p:bldP spid="24" grpId="7"/>
      <p:bldP spid="24" grpId="8"/>
      <p:bldP spid="24" grpId="9"/>
      <p:bldP spid="24" grpId="10"/>
      <p:bldP spid="24" grpId="11"/>
      <p:bldP spid="24" grpId="12"/>
      <p:bldP spid="24" grpId="13"/>
      <p:bldP spid="24" grpId="14"/>
      <p:bldP spid="24" grpId="15"/>
      <p:bldP spid="24" grpId="16"/>
      <p:bldP spid="24" grpId="17"/>
      <p:bldP spid="25" grpId="0"/>
      <p:bldP spid="25" grpId="1"/>
      <p:bldP spid="25" grpId="2"/>
      <p:bldP spid="25" grpId="3"/>
      <p:bldP spid="25" grpId="4"/>
      <p:bldP spid="25" grpId="5"/>
      <p:bldP spid="25" grpId="6"/>
      <p:bldP spid="25" grpId="7"/>
      <p:bldP spid="25" grpId="8"/>
      <p:bldP spid="25" grpId="9"/>
      <p:bldP spid="25" grpId="10"/>
      <p:bldP spid="25" grpId="11"/>
      <p:bldP spid="25" grpId="12"/>
      <p:bldP spid="25" grpId="13"/>
      <p:bldP spid="25" grpId="14"/>
      <p:bldP spid="25" grpId="15"/>
      <p:bldP spid="25" grpId="16"/>
      <p:bldP spid="25" grpId="17"/>
      <p:bldP spid="26" grpId="0"/>
      <p:bldP spid="26" grpId="1"/>
      <p:bldP spid="26" grpId="2"/>
      <p:bldP spid="26" grpId="3"/>
      <p:bldP spid="26" grpId="4"/>
      <p:bldP spid="26" grpId="5"/>
      <p:bldP spid="26" grpId="6"/>
      <p:bldP spid="26" grpId="7"/>
      <p:bldP spid="26" grpId="8"/>
      <p:bldP spid="26" grpId="9"/>
      <p:bldP spid="26" grpId="10"/>
      <p:bldP spid="26" grpId="11"/>
      <p:bldP spid="26" grpId="12"/>
      <p:bldP spid="26" grpId="13"/>
      <p:bldP spid="26" grpId="14"/>
      <p:bldP spid="26" grpId="15"/>
      <p:bldP spid="26" grpId="16"/>
      <p:bldP spid="26" grpId="17"/>
      <p:bldP spid="27" grpId="0"/>
      <p:bldP spid="27" grpId="1"/>
      <p:bldP spid="27" grpId="2"/>
      <p:bldP spid="27" grpId="3"/>
      <p:bldP spid="27" grpId="4"/>
      <p:bldP spid="27" grpId="5"/>
      <p:bldP spid="27" grpId="6"/>
      <p:bldP spid="27" grpId="7"/>
      <p:bldP spid="27" grpId="8"/>
      <p:bldP spid="27" grpId="9"/>
      <p:bldP spid="27" grpId="10"/>
      <p:bldP spid="27" grpId="11"/>
      <p:bldP spid="27" grpId="12"/>
      <p:bldP spid="27" grpId="13"/>
      <p:bldP spid="27" grpId="14"/>
      <p:bldP spid="27" grpId="15"/>
      <p:bldP spid="27" grpId="16"/>
      <p:bldP spid="27" grpId="17"/>
      <p:bldP spid="28" grpId="0"/>
      <p:bldP spid="28" grpId="1"/>
      <p:bldP spid="28" grpId="2"/>
      <p:bldP spid="28" grpId="3"/>
      <p:bldP spid="28" grpId="4"/>
      <p:bldP spid="28" grpId="5"/>
      <p:bldP spid="28" grpId="6"/>
      <p:bldP spid="28" grpId="7"/>
      <p:bldP spid="28" grpId="8"/>
      <p:bldP spid="28" grpId="9"/>
      <p:bldP spid="28" grpId="10"/>
      <p:bldP spid="28" grpId="11"/>
      <p:bldP spid="28" grpId="12"/>
      <p:bldP spid="28" grpId="13"/>
      <p:bldP spid="28" grpId="14"/>
      <p:bldP spid="28" grpId="15"/>
      <p:bldP spid="28" grpId="16"/>
      <p:bldP spid="28" grpId="17"/>
      <p:bldP spid="29" grpId="0"/>
      <p:bldP spid="29" grpId="1"/>
      <p:bldP spid="29" grpId="2"/>
      <p:bldP spid="29" grpId="3"/>
      <p:bldP spid="29" grpId="4"/>
      <p:bldP spid="29" grpId="5"/>
      <p:bldP spid="29" grpId="6"/>
      <p:bldP spid="29" grpId="7"/>
      <p:bldP spid="29" grpId="8"/>
      <p:bldP spid="29" grpId="9"/>
      <p:bldP spid="29" grpId="10"/>
      <p:bldP spid="29" grpId="11"/>
      <p:bldP spid="29" grpId="12"/>
      <p:bldP spid="29" grpId="13"/>
      <p:bldP spid="29" grpId="14"/>
      <p:bldP spid="29" grpId="15"/>
      <p:bldP spid="29" grpId="16"/>
      <p:bldP spid="29" grpId="17"/>
      <p:bldP spid="30" grpId="0"/>
      <p:bldP spid="30" grpId="1"/>
      <p:bldP spid="30" grpId="2"/>
      <p:bldP spid="30" grpId="3"/>
      <p:bldP spid="30" grpId="4"/>
      <p:bldP spid="30" grpId="5"/>
      <p:bldP spid="30" grpId="6"/>
      <p:bldP spid="30" grpId="7"/>
      <p:bldP spid="30" grpId="8"/>
      <p:bldP spid="30" grpId="9"/>
      <p:bldP spid="30" grpId="10"/>
      <p:bldP spid="30" grpId="11"/>
      <p:bldP spid="30" grpId="12"/>
      <p:bldP spid="30" grpId="13"/>
      <p:bldP spid="30" grpId="14"/>
      <p:bldP spid="30" grpId="15"/>
      <p:bldP spid="30" grpId="16"/>
      <p:bldP spid="30" grpId="17"/>
      <p:bldP spid="31" grpId="0"/>
      <p:bldP spid="31" grpId="1"/>
      <p:bldP spid="31" grpId="2"/>
      <p:bldP spid="31" grpId="3"/>
      <p:bldP spid="31" grpId="4"/>
      <p:bldP spid="31" grpId="5"/>
      <p:bldP spid="31" grpId="6"/>
      <p:bldP spid="31" grpId="7"/>
      <p:bldP spid="31" grpId="8"/>
      <p:bldP spid="31" grpId="9"/>
      <p:bldP spid="31" grpId="10"/>
      <p:bldP spid="31" grpId="11"/>
      <p:bldP spid="31" grpId="12"/>
      <p:bldP spid="31" grpId="13"/>
      <p:bldP spid="31" grpId="14"/>
      <p:bldP spid="31" grpId="15"/>
      <p:bldP spid="31" grpId="16"/>
      <p:bldP spid="31" grpId="17"/>
      <p:bldP spid="32" grpId="0"/>
      <p:bldP spid="32" grpId="1"/>
      <p:bldP spid="32" grpId="2"/>
      <p:bldP spid="32" grpId="3"/>
      <p:bldP spid="32" grpId="4"/>
      <p:bldP spid="32" grpId="5"/>
      <p:bldP spid="32" grpId="6"/>
      <p:bldP spid="32" grpId="7"/>
      <p:bldP spid="32" grpId="8"/>
      <p:bldP spid="32" grpId="9"/>
      <p:bldP spid="32" grpId="10"/>
      <p:bldP spid="32" grpId="11"/>
      <p:bldP spid="32" grpId="12"/>
      <p:bldP spid="32" grpId="13"/>
      <p:bldP spid="32" grpId="14"/>
      <p:bldP spid="32" grpId="15"/>
      <p:bldP spid="32" grpId="16"/>
      <p:bldP spid="32" grpId="17"/>
      <p:bldP spid="33" grpId="0"/>
      <p:bldP spid="33" grpId="1"/>
      <p:bldP spid="33" grpId="2"/>
      <p:bldP spid="33" grpId="3"/>
      <p:bldP spid="33" grpId="4"/>
      <p:bldP spid="33" grpId="5"/>
      <p:bldP spid="33" grpId="6"/>
      <p:bldP spid="33" grpId="7"/>
      <p:bldP spid="33" grpId="8"/>
      <p:bldP spid="33" grpId="9"/>
      <p:bldP spid="33" grpId="10"/>
      <p:bldP spid="33" grpId="11"/>
      <p:bldP spid="33" grpId="12"/>
      <p:bldP spid="33" grpId="13"/>
      <p:bldP spid="33" grpId="14"/>
      <p:bldP spid="33" grpId="15"/>
      <p:bldP spid="33" grpId="16"/>
      <p:bldP spid="33" grpId="17"/>
      <p:bldP spid="34" grpId="0"/>
      <p:bldP spid="34" grpId="1"/>
      <p:bldP spid="34" grpId="2"/>
      <p:bldP spid="34" grpId="3"/>
      <p:bldP spid="34" grpId="4"/>
      <p:bldP spid="34" grpId="5"/>
      <p:bldP spid="34" grpId="6"/>
      <p:bldP spid="34" grpId="7"/>
      <p:bldP spid="34" grpId="8"/>
      <p:bldP spid="34" grpId="9"/>
      <p:bldP spid="34" grpId="10"/>
      <p:bldP spid="34" grpId="11"/>
      <p:bldP spid="34" grpId="12"/>
      <p:bldP spid="34" grpId="13"/>
      <p:bldP spid="34" grpId="14"/>
      <p:bldP spid="34" grpId="15"/>
      <p:bldP spid="34" grpId="16"/>
      <p:bldP spid="34" grpId="17"/>
      <p:bldP spid="35" grpId="0"/>
      <p:bldP spid="35" grpId="1"/>
      <p:bldP spid="35" grpId="2"/>
      <p:bldP spid="35" grpId="3"/>
      <p:bldP spid="35" grpId="4"/>
      <p:bldP spid="35" grpId="5"/>
      <p:bldP spid="35" grpId="6"/>
      <p:bldP spid="35" grpId="7"/>
      <p:bldP spid="35" grpId="8"/>
      <p:bldP spid="35" grpId="9"/>
      <p:bldP spid="35" grpId="10"/>
      <p:bldP spid="35" grpId="11"/>
      <p:bldP spid="35" grpId="12"/>
      <p:bldP spid="35" grpId="13"/>
      <p:bldP spid="35" grpId="14"/>
      <p:bldP spid="35" grpId="15"/>
      <p:bldP spid="35" grpId="16"/>
      <p:bldP spid="35" grpId="17"/>
      <p:bldP spid="36" grpId="0"/>
      <p:bldP spid="36" grpId="1"/>
      <p:bldP spid="36" grpId="2"/>
      <p:bldP spid="36" grpId="3"/>
      <p:bldP spid="36" grpId="4"/>
      <p:bldP spid="36" grpId="5"/>
      <p:bldP spid="36" grpId="6"/>
      <p:bldP spid="36" grpId="7"/>
      <p:bldP spid="36" grpId="8"/>
      <p:bldP spid="36" grpId="9"/>
      <p:bldP spid="36" grpId="10"/>
      <p:bldP spid="36" grpId="11"/>
      <p:bldP spid="36" grpId="12"/>
      <p:bldP spid="36" grpId="13"/>
      <p:bldP spid="36" grpId="14"/>
      <p:bldP spid="36" grpId="15"/>
      <p:bldP spid="36" grpId="16"/>
      <p:bldP spid="36" grpId="17"/>
      <p:bldP spid="37" grpId="0"/>
      <p:bldP spid="37" grpId="1"/>
      <p:bldP spid="37" grpId="2"/>
      <p:bldP spid="37" grpId="3"/>
      <p:bldP spid="37" grpId="4"/>
      <p:bldP spid="37" grpId="5"/>
      <p:bldP spid="37" grpId="6"/>
      <p:bldP spid="37" grpId="7"/>
      <p:bldP spid="37" grpId="8"/>
      <p:bldP spid="37" grpId="9"/>
      <p:bldP spid="37" grpId="10"/>
      <p:bldP spid="37" grpId="11"/>
      <p:bldP spid="37" grpId="12"/>
      <p:bldP spid="37" grpId="13"/>
      <p:bldP spid="37" grpId="14"/>
      <p:bldP spid="37" grpId="15"/>
      <p:bldP spid="37" grpId="16"/>
      <p:bldP spid="37" grpId="17"/>
      <p:bldP spid="38" grpId="0"/>
      <p:bldP spid="38" grpId="1"/>
      <p:bldP spid="38" grpId="2"/>
      <p:bldP spid="38" grpId="3"/>
      <p:bldP spid="38" grpId="4"/>
      <p:bldP spid="38" grpId="5"/>
      <p:bldP spid="38" grpId="6"/>
      <p:bldP spid="38" grpId="7"/>
      <p:bldP spid="38" grpId="8"/>
      <p:bldP spid="38" grpId="9"/>
      <p:bldP spid="38" grpId="10"/>
      <p:bldP spid="38" grpId="11"/>
      <p:bldP spid="38" grpId="12"/>
      <p:bldP spid="38" grpId="13"/>
      <p:bldP spid="38" grpId="14"/>
      <p:bldP spid="38" grpId="15"/>
      <p:bldP spid="38" grpId="16"/>
      <p:bldP spid="38" grpId="17"/>
      <p:bldP spid="39" grpId="0"/>
      <p:bldP spid="39" grpId="1"/>
      <p:bldP spid="39" grpId="2"/>
      <p:bldP spid="39" grpId="3"/>
      <p:bldP spid="39" grpId="4"/>
      <p:bldP spid="39" grpId="5"/>
      <p:bldP spid="39" grpId="6"/>
      <p:bldP spid="39" grpId="7"/>
      <p:bldP spid="39" grpId="8"/>
      <p:bldP spid="39" grpId="9"/>
      <p:bldP spid="39" grpId="10"/>
      <p:bldP spid="39" grpId="11"/>
      <p:bldP spid="39" grpId="12"/>
      <p:bldP spid="39" grpId="13"/>
      <p:bldP spid="39" grpId="14"/>
      <p:bldP spid="39" grpId="15"/>
      <p:bldP spid="39" grpId="16"/>
      <p:bldP spid="39" grpId="17"/>
      <p:bldP spid="40" grpId="0"/>
      <p:bldP spid="40" grpId="1"/>
      <p:bldP spid="40" grpId="2"/>
      <p:bldP spid="40" grpId="3"/>
      <p:bldP spid="40" grpId="4"/>
      <p:bldP spid="40" grpId="5"/>
      <p:bldP spid="40" grpId="6"/>
      <p:bldP spid="40" grpId="7"/>
      <p:bldP spid="40" grpId="8"/>
      <p:bldP spid="40" grpId="9"/>
      <p:bldP spid="40" grpId="10"/>
      <p:bldP spid="40" grpId="11"/>
      <p:bldP spid="40" grpId="12"/>
      <p:bldP spid="40" grpId="13"/>
      <p:bldP spid="40" grpId="14"/>
      <p:bldP spid="40" grpId="15"/>
      <p:bldP spid="40" grpId="16"/>
      <p:bldP spid="40" grpId="17"/>
      <p:bldP spid="41" grpId="0"/>
      <p:bldP spid="41" grpId="1"/>
      <p:bldP spid="41" grpId="2"/>
      <p:bldP spid="41" grpId="3"/>
      <p:bldP spid="41" grpId="4"/>
      <p:bldP spid="41" grpId="5"/>
      <p:bldP spid="41" grpId="6"/>
      <p:bldP spid="41" grpId="7"/>
      <p:bldP spid="41" grpId="8"/>
      <p:bldP spid="41" grpId="9"/>
      <p:bldP spid="41" grpId="10"/>
      <p:bldP spid="41" grpId="11"/>
      <p:bldP spid="41" grpId="12"/>
      <p:bldP spid="41" grpId="13"/>
      <p:bldP spid="41" grpId="14"/>
      <p:bldP spid="41" grpId="15"/>
      <p:bldP spid="41" grpId="16"/>
      <p:bldP spid="41" grpId="17"/>
      <p:bldP spid="42" grpId="0"/>
      <p:bldP spid="42" grpId="1"/>
      <p:bldP spid="42" grpId="2"/>
      <p:bldP spid="42" grpId="3"/>
      <p:bldP spid="42" grpId="4"/>
      <p:bldP spid="42" grpId="5"/>
      <p:bldP spid="42" grpId="6"/>
      <p:bldP spid="42" grpId="7"/>
      <p:bldP spid="42" grpId="8"/>
      <p:bldP spid="42" grpId="9"/>
      <p:bldP spid="42" grpId="10"/>
      <p:bldP spid="42" grpId="11"/>
      <p:bldP spid="42" grpId="12"/>
      <p:bldP spid="42" grpId="13"/>
      <p:bldP spid="42" grpId="14"/>
      <p:bldP spid="42" grpId="15"/>
      <p:bldP spid="42" grpId="16"/>
      <p:bldP spid="42" grpId="17"/>
      <p:bldP spid="43" grpId="0"/>
      <p:bldP spid="43" grpId="1"/>
      <p:bldP spid="43" grpId="2"/>
      <p:bldP spid="43" grpId="3"/>
      <p:bldP spid="43" grpId="4"/>
      <p:bldP spid="43" grpId="5"/>
      <p:bldP spid="43" grpId="6"/>
      <p:bldP spid="43" grpId="7"/>
      <p:bldP spid="43" grpId="8"/>
      <p:bldP spid="43" grpId="9"/>
      <p:bldP spid="43" grpId="10"/>
      <p:bldP spid="43" grpId="11"/>
      <p:bldP spid="43" grpId="12"/>
      <p:bldP spid="43" grpId="13"/>
      <p:bldP spid="43" grpId="14"/>
      <p:bldP spid="43" grpId="15"/>
      <p:bldP spid="43" grpId="16"/>
      <p:bldP spid="43" grpId="17"/>
      <p:bldP spid="44" grpId="0"/>
      <p:bldP spid="44" grpId="1"/>
      <p:bldP spid="44" grpId="2"/>
      <p:bldP spid="44" grpId="3"/>
      <p:bldP spid="44" grpId="4"/>
      <p:bldP spid="44" grpId="5"/>
      <p:bldP spid="44" grpId="6"/>
      <p:bldP spid="44" grpId="7"/>
      <p:bldP spid="44" grpId="8"/>
      <p:bldP spid="44" grpId="9"/>
      <p:bldP spid="44" grpId="10"/>
      <p:bldP spid="44" grpId="11"/>
      <p:bldP spid="44" grpId="12"/>
      <p:bldP spid="44" grpId="13"/>
      <p:bldP spid="44" grpId="14"/>
      <p:bldP spid="44" grpId="15"/>
      <p:bldP spid="44" grpId="16"/>
      <p:bldP spid="44" grpId="17"/>
      <p:bldP spid="45" grpId="0"/>
      <p:bldP spid="45" grpId="1"/>
      <p:bldP spid="45" grpId="2"/>
      <p:bldP spid="45" grpId="3"/>
      <p:bldP spid="45" grpId="4"/>
      <p:bldP spid="45" grpId="5"/>
      <p:bldP spid="45" grpId="6"/>
      <p:bldP spid="45" grpId="7"/>
      <p:bldP spid="45" grpId="8"/>
      <p:bldP spid="45" grpId="9"/>
      <p:bldP spid="45" grpId="10"/>
      <p:bldP spid="45" grpId="11"/>
      <p:bldP spid="45" grpId="12"/>
      <p:bldP spid="45" grpId="13"/>
      <p:bldP spid="45" grpId="14"/>
      <p:bldP spid="45" grpId="15"/>
      <p:bldP spid="45" grpId="16"/>
      <p:bldP spid="45" grpId="17"/>
      <p:bldP spid="46" grpId="0"/>
      <p:bldP spid="46" grpId="1"/>
      <p:bldP spid="46" grpId="2"/>
      <p:bldP spid="46" grpId="3"/>
      <p:bldP spid="46" grpId="4"/>
      <p:bldP spid="46" grpId="5"/>
      <p:bldP spid="46" grpId="6"/>
      <p:bldP spid="46" grpId="7"/>
      <p:bldP spid="46" grpId="8"/>
      <p:bldP spid="46" grpId="9"/>
      <p:bldP spid="46" grpId="10"/>
      <p:bldP spid="46" grpId="11"/>
      <p:bldP spid="46" grpId="12"/>
      <p:bldP spid="46" grpId="13"/>
      <p:bldP spid="46" grpId="14"/>
      <p:bldP spid="46" grpId="15"/>
      <p:bldP spid="46" grpId="16"/>
      <p:bldP spid="46" grpId="17"/>
      <p:bldP spid="47" grpId="0"/>
      <p:bldP spid="47" grpId="1"/>
      <p:bldP spid="47" grpId="2"/>
      <p:bldP spid="47" grpId="3"/>
      <p:bldP spid="47" grpId="4"/>
      <p:bldP spid="47" grpId="5"/>
      <p:bldP spid="47" grpId="6"/>
      <p:bldP spid="47" grpId="7"/>
      <p:bldP spid="47" grpId="8"/>
      <p:bldP spid="47" grpId="9"/>
      <p:bldP spid="47" grpId="10"/>
      <p:bldP spid="47" grpId="11"/>
      <p:bldP spid="47" grpId="12"/>
      <p:bldP spid="47" grpId="13"/>
      <p:bldP spid="47" grpId="14"/>
      <p:bldP spid="47" grpId="15"/>
      <p:bldP spid="47" grpId="16"/>
      <p:bldP spid="47" grpId="17"/>
      <p:bldP spid="48" grpId="0"/>
      <p:bldP spid="48" grpId="1"/>
      <p:bldP spid="48" grpId="2"/>
      <p:bldP spid="48" grpId="3"/>
      <p:bldP spid="48" grpId="4"/>
      <p:bldP spid="48" grpId="5"/>
      <p:bldP spid="48" grpId="6"/>
      <p:bldP spid="48" grpId="7"/>
      <p:bldP spid="48" grpId="8"/>
      <p:bldP spid="48" grpId="9"/>
      <p:bldP spid="48" grpId="10"/>
      <p:bldP spid="48" grpId="11"/>
      <p:bldP spid="48" grpId="12"/>
      <p:bldP spid="48" grpId="13"/>
      <p:bldP spid="48" grpId="14"/>
      <p:bldP spid="48" grpId="15"/>
      <p:bldP spid="48" grpId="16"/>
      <p:bldP spid="48" grpId="17"/>
      <p:bldP spid="49" grpId="0"/>
      <p:bldP spid="49" grpId="1"/>
      <p:bldP spid="49" grpId="2"/>
      <p:bldP spid="49" grpId="3"/>
      <p:bldP spid="49" grpId="4"/>
      <p:bldP spid="49" grpId="5"/>
      <p:bldP spid="49" grpId="6"/>
      <p:bldP spid="49" grpId="7"/>
      <p:bldP spid="49" grpId="8"/>
      <p:bldP spid="49" grpId="9"/>
      <p:bldP spid="49" grpId="10"/>
      <p:bldP spid="49" grpId="11"/>
      <p:bldP spid="49" grpId="12"/>
      <p:bldP spid="49" grpId="13"/>
      <p:bldP spid="49" grpId="14"/>
      <p:bldP spid="49" grpId="15"/>
      <p:bldP spid="49" grpId="16"/>
      <p:bldP spid="49" grpId="17"/>
      <p:bldP spid="50" grpId="0"/>
      <p:bldP spid="50" grpId="1"/>
      <p:bldP spid="50" grpId="2"/>
      <p:bldP spid="50" grpId="3"/>
      <p:bldP spid="50" grpId="4"/>
      <p:bldP spid="50" grpId="5"/>
      <p:bldP spid="50" grpId="6"/>
      <p:bldP spid="50" grpId="7"/>
      <p:bldP spid="50" grpId="8"/>
      <p:bldP spid="50" grpId="9"/>
      <p:bldP spid="50" grpId="10"/>
      <p:bldP spid="50" grpId="11"/>
      <p:bldP spid="50" grpId="12"/>
      <p:bldP spid="50" grpId="13"/>
      <p:bldP spid="50" grpId="14"/>
      <p:bldP spid="50" grpId="15"/>
      <p:bldP spid="50" grpId="16"/>
      <p:bldP spid="50" grpId="17"/>
      <p:bldP spid="51" grpId="0"/>
      <p:bldP spid="51" grpId="1"/>
      <p:bldP spid="51" grpId="2"/>
      <p:bldP spid="51" grpId="3"/>
      <p:bldP spid="51" grpId="4"/>
      <p:bldP spid="51" grpId="5"/>
      <p:bldP spid="51" grpId="6"/>
      <p:bldP spid="51" grpId="7"/>
      <p:bldP spid="51" grpId="8"/>
      <p:bldP spid="51" grpId="9"/>
      <p:bldP spid="51" grpId="10"/>
      <p:bldP spid="51" grpId="11"/>
      <p:bldP spid="51" grpId="12"/>
      <p:bldP spid="51" grpId="13"/>
      <p:bldP spid="51" grpId="14"/>
      <p:bldP spid="51" grpId="15"/>
      <p:bldP spid="51" grpId="16"/>
      <p:bldP spid="51" grpId="17"/>
      <p:bldP spid="52" grpId="0"/>
      <p:bldP spid="52" grpId="1"/>
      <p:bldP spid="52" grpId="2"/>
      <p:bldP spid="52" grpId="3"/>
      <p:bldP spid="52" grpId="4"/>
      <p:bldP spid="52" grpId="5"/>
      <p:bldP spid="52" grpId="6"/>
      <p:bldP spid="52" grpId="7"/>
      <p:bldP spid="52" grpId="8"/>
      <p:bldP spid="52" grpId="9"/>
      <p:bldP spid="52" grpId="10"/>
      <p:bldP spid="52" grpId="11"/>
      <p:bldP spid="52" grpId="12"/>
      <p:bldP spid="52" grpId="13"/>
      <p:bldP spid="52" grpId="14"/>
      <p:bldP spid="52" grpId="15"/>
      <p:bldP spid="52" grpId="16"/>
      <p:bldP spid="52" grpId="17"/>
      <p:bldP spid="53" grpId="0"/>
      <p:bldP spid="53" grpId="1"/>
      <p:bldP spid="53" grpId="2"/>
      <p:bldP spid="53" grpId="3"/>
      <p:bldP spid="53" grpId="4"/>
      <p:bldP spid="53" grpId="5"/>
      <p:bldP spid="53" grpId="6"/>
      <p:bldP spid="53" grpId="7"/>
      <p:bldP spid="53" grpId="8"/>
      <p:bldP spid="53" grpId="9"/>
      <p:bldP spid="53" grpId="10"/>
      <p:bldP spid="53" grpId="11"/>
      <p:bldP spid="53" grpId="12"/>
      <p:bldP spid="53" grpId="13"/>
      <p:bldP spid="53" grpId="14"/>
      <p:bldP spid="53" grpId="15"/>
      <p:bldP spid="53" grpId="16"/>
      <p:bldP spid="53" grpId="17"/>
      <p:bldP spid="54" grpId="0"/>
      <p:bldP spid="54" grpId="1"/>
      <p:bldP spid="54" grpId="2"/>
      <p:bldP spid="54" grpId="3"/>
      <p:bldP spid="54" grpId="4"/>
      <p:bldP spid="54" grpId="5"/>
      <p:bldP spid="54" grpId="6"/>
      <p:bldP spid="54" grpId="7"/>
      <p:bldP spid="54" grpId="8"/>
      <p:bldP spid="54" grpId="9"/>
      <p:bldP spid="54" grpId="10"/>
      <p:bldP spid="54" grpId="11"/>
      <p:bldP spid="54" grpId="12"/>
      <p:bldP spid="54" grpId="13"/>
      <p:bldP spid="54" grpId="14"/>
      <p:bldP spid="54" grpId="15"/>
      <p:bldP spid="54" grpId="16"/>
      <p:bldP spid="54" grpId="17"/>
      <p:bldP spid="55" grpId="0"/>
      <p:bldP spid="55" grpId="1"/>
      <p:bldP spid="55" grpId="2"/>
      <p:bldP spid="55" grpId="3"/>
      <p:bldP spid="55" grpId="4"/>
      <p:bldP spid="55" grpId="5"/>
      <p:bldP spid="55" grpId="6"/>
      <p:bldP spid="55" grpId="7"/>
      <p:bldP spid="55" grpId="8"/>
      <p:bldP spid="55" grpId="9"/>
      <p:bldP spid="55" grpId="10"/>
      <p:bldP spid="55" grpId="11"/>
      <p:bldP spid="55" grpId="12"/>
      <p:bldP spid="55" grpId="13"/>
      <p:bldP spid="55" grpId="14"/>
      <p:bldP spid="55" grpId="15"/>
      <p:bldP spid="55" grpId="16"/>
      <p:bldP spid="55" grpId="17"/>
      <p:bldP spid="56" grpId="0"/>
      <p:bldP spid="56" grpId="1"/>
      <p:bldP spid="56" grpId="2"/>
      <p:bldP spid="56" grpId="3"/>
      <p:bldP spid="56" grpId="4"/>
      <p:bldP spid="56" grpId="5"/>
      <p:bldP spid="56" grpId="6"/>
      <p:bldP spid="56" grpId="7"/>
      <p:bldP spid="56" grpId="8"/>
      <p:bldP spid="56" grpId="9"/>
      <p:bldP spid="56" grpId="10"/>
      <p:bldP spid="56" grpId="11"/>
      <p:bldP spid="56" grpId="12"/>
      <p:bldP spid="56" grpId="13"/>
      <p:bldP spid="56" grpId="14"/>
      <p:bldP spid="56" grpId="15"/>
      <p:bldP spid="56" grpId="16"/>
      <p:bldP spid="56" grpId="17"/>
      <p:bldP spid="57" grpId="0"/>
      <p:bldP spid="57" grpId="1"/>
      <p:bldP spid="57" grpId="2"/>
      <p:bldP spid="57" grpId="3"/>
      <p:bldP spid="57" grpId="4"/>
      <p:bldP spid="57" grpId="5"/>
      <p:bldP spid="57" grpId="6"/>
      <p:bldP spid="57" grpId="7"/>
      <p:bldP spid="57" grpId="8"/>
      <p:bldP spid="57" grpId="9"/>
      <p:bldP spid="57" grpId="10"/>
      <p:bldP spid="57" grpId="11"/>
      <p:bldP spid="57" grpId="12"/>
      <p:bldP spid="57" grpId="13"/>
      <p:bldP spid="57" grpId="14"/>
      <p:bldP spid="57" grpId="15"/>
      <p:bldP spid="57" grpId="16"/>
      <p:bldP spid="57" grpId="17"/>
      <p:bldP spid="58" grpId="0"/>
      <p:bldP spid="58" grpId="1"/>
      <p:bldP spid="58" grpId="2"/>
      <p:bldP spid="58" grpId="3"/>
      <p:bldP spid="58" grpId="4"/>
      <p:bldP spid="58" grpId="5"/>
      <p:bldP spid="58" grpId="6"/>
      <p:bldP spid="58" grpId="7"/>
      <p:bldP spid="58" grpId="8"/>
      <p:bldP spid="58" grpId="9"/>
      <p:bldP spid="58" grpId="10"/>
      <p:bldP spid="58" grpId="11"/>
      <p:bldP spid="58" grpId="12"/>
      <p:bldP spid="58" grpId="13"/>
      <p:bldP spid="58" grpId="14"/>
      <p:bldP spid="58" grpId="15"/>
      <p:bldP spid="58" grpId="16"/>
      <p:bldP spid="58" grpId="17"/>
      <p:bldP spid="59" grpId="0"/>
      <p:bldP spid="59" grpId="1"/>
      <p:bldP spid="59" grpId="2"/>
      <p:bldP spid="59" grpId="3"/>
      <p:bldP spid="59" grpId="4"/>
      <p:bldP spid="59" grpId="5"/>
      <p:bldP spid="59" grpId="6"/>
      <p:bldP spid="59" grpId="7"/>
      <p:bldP spid="59" grpId="8"/>
      <p:bldP spid="59" grpId="9"/>
      <p:bldP spid="59" grpId="10"/>
      <p:bldP spid="59" grpId="11"/>
      <p:bldP spid="59" grpId="12"/>
      <p:bldP spid="59" grpId="13"/>
      <p:bldP spid="59" grpId="14"/>
      <p:bldP spid="59" grpId="15"/>
      <p:bldP spid="59" grpId="16"/>
      <p:bldP spid="59" grpId="17"/>
      <p:bldP spid="60" grpId="0"/>
      <p:bldP spid="60" grpId="1"/>
      <p:bldP spid="60" grpId="2"/>
      <p:bldP spid="60" grpId="3"/>
      <p:bldP spid="60" grpId="4"/>
      <p:bldP spid="60" grpId="5"/>
      <p:bldP spid="60" grpId="6"/>
      <p:bldP spid="60" grpId="7"/>
      <p:bldP spid="60" grpId="8"/>
      <p:bldP spid="60" grpId="9"/>
      <p:bldP spid="60" grpId="10"/>
      <p:bldP spid="60" grpId="11"/>
      <p:bldP spid="60" grpId="12"/>
      <p:bldP spid="60" grpId="13"/>
      <p:bldP spid="60" grpId="14"/>
      <p:bldP spid="60" grpId="15"/>
      <p:bldP spid="60" grpId="16"/>
      <p:bldP spid="60" grpId="17"/>
      <p:bldP spid="61" grpId="0"/>
      <p:bldP spid="61" grpId="1"/>
      <p:bldP spid="61" grpId="2"/>
      <p:bldP spid="61" grpId="3"/>
      <p:bldP spid="61" grpId="4"/>
      <p:bldP spid="61" grpId="5"/>
      <p:bldP spid="61" grpId="6"/>
      <p:bldP spid="61" grpId="7"/>
      <p:bldP spid="61" grpId="8"/>
      <p:bldP spid="61" grpId="9"/>
      <p:bldP spid="61" grpId="10"/>
      <p:bldP spid="61" grpId="11"/>
      <p:bldP spid="61" grpId="12"/>
      <p:bldP spid="61" grpId="13"/>
      <p:bldP spid="61" grpId="14"/>
      <p:bldP spid="61" grpId="15"/>
      <p:bldP spid="61" grpId="16"/>
      <p:bldP spid="61" grpId="17"/>
      <p:bldP spid="62" grpId="0"/>
      <p:bldP spid="62" grpId="1"/>
      <p:bldP spid="62" grpId="2"/>
      <p:bldP spid="62" grpId="3"/>
      <p:bldP spid="62" grpId="4"/>
      <p:bldP spid="62" grpId="5"/>
      <p:bldP spid="62" grpId="6"/>
      <p:bldP spid="62" grpId="7"/>
      <p:bldP spid="62" grpId="8"/>
      <p:bldP spid="62" grpId="9"/>
      <p:bldP spid="62" grpId="10"/>
      <p:bldP spid="62" grpId="11"/>
      <p:bldP spid="62" grpId="12"/>
      <p:bldP spid="62" grpId="13"/>
      <p:bldP spid="62" grpId="14"/>
      <p:bldP spid="62" grpId="15"/>
      <p:bldP spid="62" grpId="16"/>
      <p:bldP spid="62" grpId="17"/>
      <p:bldP spid="63" grpId="0"/>
      <p:bldP spid="63" grpId="1"/>
      <p:bldP spid="63" grpId="2"/>
      <p:bldP spid="63" grpId="3"/>
      <p:bldP spid="63" grpId="4"/>
      <p:bldP spid="63" grpId="5"/>
      <p:bldP spid="63" grpId="6"/>
      <p:bldP spid="63" grpId="7"/>
      <p:bldP spid="63" grpId="8"/>
      <p:bldP spid="63" grpId="9"/>
      <p:bldP spid="63" grpId="10"/>
      <p:bldP spid="63" grpId="11"/>
      <p:bldP spid="63" grpId="12"/>
      <p:bldP spid="63" grpId="13"/>
      <p:bldP spid="63" grpId="14"/>
      <p:bldP spid="63" grpId="15"/>
      <p:bldP spid="63" grpId="16"/>
      <p:bldP spid="63" grpId="17"/>
      <p:bldP spid="64" grpId="0"/>
      <p:bldP spid="64" grpId="1"/>
      <p:bldP spid="64" grpId="2"/>
      <p:bldP spid="64" grpId="3"/>
      <p:bldP spid="64" grpId="4"/>
      <p:bldP spid="64" grpId="5"/>
      <p:bldP spid="64" grpId="6"/>
      <p:bldP spid="64" grpId="7"/>
      <p:bldP spid="64" grpId="8"/>
      <p:bldP spid="64" grpId="9"/>
      <p:bldP spid="64" grpId="10"/>
      <p:bldP spid="64" grpId="11"/>
      <p:bldP spid="64" grpId="12"/>
      <p:bldP spid="64" grpId="13"/>
      <p:bldP spid="64" grpId="14"/>
      <p:bldP spid="64" grpId="15"/>
      <p:bldP spid="64" grpId="16"/>
      <p:bldP spid="64" grpId="17"/>
      <p:bldP spid="65" grpId="0"/>
      <p:bldP spid="65" grpId="1"/>
      <p:bldP spid="65" grpId="2"/>
      <p:bldP spid="65" grpId="3"/>
      <p:bldP spid="65" grpId="4"/>
      <p:bldP spid="65" grpId="5"/>
      <p:bldP spid="65" grpId="6"/>
      <p:bldP spid="65" grpId="7"/>
      <p:bldP spid="65" grpId="8"/>
      <p:bldP spid="65" grpId="9"/>
      <p:bldP spid="65" grpId="10"/>
      <p:bldP spid="65" grpId="11"/>
      <p:bldP spid="65" grpId="12"/>
      <p:bldP spid="65" grpId="13"/>
      <p:bldP spid="65" grpId="14"/>
      <p:bldP spid="65" grpId="15"/>
      <p:bldP spid="65" grpId="16"/>
      <p:bldP spid="65" grpId="17"/>
      <p:bldP spid="66" grpId="0"/>
      <p:bldP spid="66" grpId="1"/>
      <p:bldP spid="66" grpId="2"/>
      <p:bldP spid="66" grpId="3"/>
      <p:bldP spid="66" grpId="4"/>
      <p:bldP spid="66" grpId="5"/>
      <p:bldP spid="66" grpId="6"/>
      <p:bldP spid="66" grpId="7"/>
      <p:bldP spid="66" grpId="8"/>
      <p:bldP spid="66" grpId="9"/>
      <p:bldP spid="66" grpId="10"/>
      <p:bldP spid="66" grpId="11"/>
      <p:bldP spid="66" grpId="12"/>
      <p:bldP spid="66" grpId="13"/>
      <p:bldP spid="66" grpId="14"/>
      <p:bldP spid="66" grpId="15"/>
      <p:bldP spid="66" grpId="16"/>
      <p:bldP spid="66" grpId="17"/>
      <p:bldP spid="67" grpId="0"/>
      <p:bldP spid="67" grpId="1"/>
      <p:bldP spid="67" grpId="2"/>
      <p:bldP spid="67" grpId="3"/>
      <p:bldP spid="67" grpId="4"/>
      <p:bldP spid="67" grpId="5"/>
      <p:bldP spid="67" grpId="6"/>
      <p:bldP spid="67" grpId="7"/>
      <p:bldP spid="67" grpId="8"/>
      <p:bldP spid="67" grpId="9"/>
      <p:bldP spid="67" grpId="10"/>
      <p:bldP spid="67" grpId="11"/>
      <p:bldP spid="67" grpId="12"/>
      <p:bldP spid="67" grpId="13"/>
      <p:bldP spid="67" grpId="14"/>
      <p:bldP spid="67" grpId="15"/>
      <p:bldP spid="67" grpId="16"/>
      <p:bldP spid="67" grpId="17"/>
      <p:bldP spid="68" grpId="0"/>
      <p:bldP spid="68" grpId="1"/>
      <p:bldP spid="68" grpId="2"/>
      <p:bldP spid="68" grpId="3"/>
      <p:bldP spid="68" grpId="4"/>
      <p:bldP spid="68" grpId="5"/>
      <p:bldP spid="68" grpId="6"/>
      <p:bldP spid="68" grpId="7"/>
      <p:bldP spid="68" grpId="8"/>
      <p:bldP spid="68" grpId="9"/>
      <p:bldP spid="68" grpId="10"/>
      <p:bldP spid="68" grpId="11"/>
      <p:bldP spid="68" grpId="12"/>
      <p:bldP spid="68" grpId="13"/>
      <p:bldP spid="68" grpId="14"/>
      <p:bldP spid="68" grpId="15"/>
      <p:bldP spid="68" grpId="16"/>
      <p:bldP spid="68" grpId="17"/>
      <p:bldP spid="69" grpId="0"/>
      <p:bldP spid="69" grpId="1"/>
      <p:bldP spid="69" grpId="2"/>
      <p:bldP spid="69" grpId="3"/>
      <p:bldP spid="69" grpId="4"/>
      <p:bldP spid="69" grpId="5"/>
      <p:bldP spid="69" grpId="6"/>
      <p:bldP spid="69" grpId="7"/>
      <p:bldP spid="69" grpId="8"/>
      <p:bldP spid="69" grpId="9"/>
      <p:bldP spid="69" grpId="10"/>
      <p:bldP spid="69" grpId="11"/>
      <p:bldP spid="69" grpId="12"/>
      <p:bldP spid="69" grpId="13"/>
      <p:bldP spid="69" grpId="14"/>
      <p:bldP spid="69" grpId="15"/>
      <p:bldP spid="69" grpId="16"/>
      <p:bldP spid="69" grpId="17"/>
      <p:bldP spid="70" grpId="0"/>
      <p:bldP spid="70" grpId="1"/>
      <p:bldP spid="70" grpId="2"/>
      <p:bldP spid="70" grpId="3"/>
      <p:bldP spid="70" grpId="4"/>
      <p:bldP spid="70" grpId="5"/>
      <p:bldP spid="70" grpId="6"/>
      <p:bldP spid="70" grpId="7"/>
      <p:bldP spid="70" grpId="8"/>
      <p:bldP spid="70" grpId="9"/>
      <p:bldP spid="70" grpId="10"/>
      <p:bldP spid="70" grpId="11"/>
      <p:bldP spid="70" grpId="12"/>
      <p:bldP spid="70" grpId="13"/>
      <p:bldP spid="70" grpId="14"/>
      <p:bldP spid="70" grpId="15"/>
      <p:bldP spid="70" grpId="16"/>
      <p:bldP spid="70" grpId="17"/>
      <p:bldP spid="71" grpId="0"/>
      <p:bldP spid="71" grpId="1"/>
      <p:bldP spid="71" grpId="2"/>
      <p:bldP spid="71" grpId="3"/>
      <p:bldP spid="71" grpId="4"/>
      <p:bldP spid="71" grpId="5"/>
      <p:bldP spid="71" grpId="6"/>
      <p:bldP spid="71" grpId="7"/>
      <p:bldP spid="71" grpId="8"/>
      <p:bldP spid="71" grpId="9"/>
      <p:bldP spid="71" grpId="10"/>
      <p:bldP spid="71" grpId="11"/>
      <p:bldP spid="71" grpId="12"/>
      <p:bldP spid="71" grpId="13"/>
      <p:bldP spid="71" grpId="14"/>
      <p:bldP spid="71" grpId="15"/>
      <p:bldP spid="71" grpId="16"/>
      <p:bldP spid="71" grpId="17"/>
      <p:bldP spid="72" grpId="0"/>
      <p:bldP spid="72" grpId="1"/>
      <p:bldP spid="72" grpId="2"/>
      <p:bldP spid="72" grpId="3"/>
      <p:bldP spid="72" grpId="4"/>
      <p:bldP spid="72" grpId="5"/>
      <p:bldP spid="72" grpId="6"/>
      <p:bldP spid="72" grpId="7"/>
      <p:bldP spid="72" grpId="8"/>
      <p:bldP spid="72" grpId="9"/>
      <p:bldP spid="72" grpId="10"/>
      <p:bldP spid="72" grpId="11"/>
      <p:bldP spid="72" grpId="12"/>
      <p:bldP spid="72" grpId="13"/>
      <p:bldP spid="72" grpId="14"/>
      <p:bldP spid="72" grpId="15"/>
      <p:bldP spid="72" grpId="16"/>
      <p:bldP spid="72" grpId="17"/>
      <p:bldP spid="73" grpId="0"/>
      <p:bldP spid="73" grpId="1"/>
      <p:bldP spid="73" grpId="2"/>
      <p:bldP spid="73" grpId="3"/>
      <p:bldP spid="73" grpId="4"/>
      <p:bldP spid="73" grpId="5"/>
      <p:bldP spid="73" grpId="6"/>
      <p:bldP spid="73" grpId="7"/>
      <p:bldP spid="73" grpId="8"/>
      <p:bldP spid="73" grpId="9"/>
      <p:bldP spid="73" grpId="10"/>
      <p:bldP spid="73" grpId="11"/>
      <p:bldP spid="73" grpId="12"/>
      <p:bldP spid="73" grpId="13"/>
      <p:bldP spid="73" grpId="14"/>
      <p:bldP spid="73" grpId="15"/>
      <p:bldP spid="73" grpId="16"/>
      <p:bldP spid="73" grpId="17"/>
      <p:bldP spid="74" grpId="0"/>
      <p:bldP spid="74" grpId="1"/>
      <p:bldP spid="74" grpId="2"/>
      <p:bldP spid="74" grpId="3"/>
      <p:bldP spid="74" grpId="4"/>
      <p:bldP spid="74" grpId="5"/>
      <p:bldP spid="74" grpId="6"/>
      <p:bldP spid="74" grpId="7"/>
      <p:bldP spid="74" grpId="8"/>
      <p:bldP spid="74" grpId="9"/>
      <p:bldP spid="74" grpId="10"/>
      <p:bldP spid="74" grpId="11"/>
      <p:bldP spid="74" grpId="12"/>
      <p:bldP spid="74" grpId="13"/>
      <p:bldP spid="74" grpId="14"/>
      <p:bldP spid="74" grpId="15"/>
      <p:bldP spid="74" grpId="16"/>
      <p:bldP spid="74" grpId="17"/>
      <p:bldP spid="75" grpId="0"/>
      <p:bldP spid="75" grpId="1"/>
      <p:bldP spid="75" grpId="2"/>
      <p:bldP spid="75" grpId="3"/>
      <p:bldP spid="75" grpId="4"/>
      <p:bldP spid="75" grpId="5"/>
      <p:bldP spid="75" grpId="6"/>
      <p:bldP spid="75" grpId="7"/>
      <p:bldP spid="75" grpId="8"/>
      <p:bldP spid="75" grpId="9"/>
      <p:bldP spid="75" grpId="10"/>
      <p:bldP spid="75" grpId="11"/>
      <p:bldP spid="75" grpId="12"/>
      <p:bldP spid="75" grpId="13"/>
      <p:bldP spid="75" grpId="14"/>
      <p:bldP spid="75" grpId="15"/>
      <p:bldP spid="75" grpId="16"/>
      <p:bldP spid="75" grpId="17"/>
      <p:bldP spid="76" grpId="0"/>
      <p:bldP spid="76" grpId="1"/>
      <p:bldP spid="76" grpId="2"/>
      <p:bldP spid="76" grpId="3"/>
      <p:bldP spid="76" grpId="4"/>
      <p:bldP spid="76" grpId="5"/>
      <p:bldP spid="76" grpId="6"/>
      <p:bldP spid="76" grpId="7"/>
      <p:bldP spid="76" grpId="8"/>
      <p:bldP spid="76" grpId="9"/>
      <p:bldP spid="76" grpId="10"/>
      <p:bldP spid="76" grpId="11"/>
      <p:bldP spid="76" grpId="12"/>
      <p:bldP spid="76" grpId="13"/>
      <p:bldP spid="76" grpId="14"/>
      <p:bldP spid="76" grpId="15"/>
      <p:bldP spid="76" grpId="16"/>
      <p:bldP spid="76" grpId="17"/>
      <p:bldP spid="77" grpId="0"/>
      <p:bldP spid="77" grpId="1"/>
      <p:bldP spid="77" grpId="2"/>
      <p:bldP spid="77" grpId="3"/>
      <p:bldP spid="77" grpId="4"/>
      <p:bldP spid="77" grpId="5"/>
      <p:bldP spid="77" grpId="6"/>
      <p:bldP spid="77" grpId="7"/>
      <p:bldP spid="77" grpId="8"/>
      <p:bldP spid="77" grpId="9"/>
      <p:bldP spid="77" grpId="10"/>
      <p:bldP spid="77" grpId="11"/>
      <p:bldP spid="77" grpId="12"/>
      <p:bldP spid="77" grpId="13"/>
      <p:bldP spid="77" grpId="14"/>
      <p:bldP spid="77" grpId="15"/>
      <p:bldP spid="77" grpId="16"/>
      <p:bldP spid="77" grpId="17"/>
      <p:bldP spid="78" grpId="0"/>
      <p:bldP spid="78" grpId="1"/>
      <p:bldP spid="78" grpId="2"/>
      <p:bldP spid="78" grpId="3"/>
      <p:bldP spid="78" grpId="4"/>
      <p:bldP spid="78" grpId="5"/>
      <p:bldP spid="78" grpId="6"/>
      <p:bldP spid="78" grpId="7"/>
      <p:bldP spid="78" grpId="8"/>
      <p:bldP spid="78" grpId="9"/>
      <p:bldP spid="78" grpId="10"/>
      <p:bldP spid="78" grpId="11"/>
      <p:bldP spid="78" grpId="12"/>
      <p:bldP spid="78" grpId="13"/>
      <p:bldP spid="78" grpId="14"/>
      <p:bldP spid="78" grpId="15"/>
      <p:bldP spid="78" grpId="16"/>
      <p:bldP spid="78" grpId="17"/>
      <p:bldP spid="79" grpId="0"/>
      <p:bldP spid="79" grpId="1"/>
      <p:bldP spid="79" grpId="2"/>
      <p:bldP spid="79" grpId="3"/>
      <p:bldP spid="79" grpId="4"/>
      <p:bldP spid="79" grpId="5"/>
      <p:bldP spid="79" grpId="6"/>
      <p:bldP spid="79" grpId="7"/>
      <p:bldP spid="79" grpId="8"/>
      <p:bldP spid="79" grpId="9"/>
      <p:bldP spid="79" grpId="10"/>
      <p:bldP spid="79" grpId="11"/>
      <p:bldP spid="79" grpId="12"/>
      <p:bldP spid="79" grpId="13"/>
      <p:bldP spid="79" grpId="14"/>
      <p:bldP spid="79" grpId="15"/>
      <p:bldP spid="79" grpId="16"/>
      <p:bldP spid="79" grpId="17"/>
      <p:bldP spid="80" grpId="0"/>
      <p:bldP spid="80" grpId="1"/>
      <p:bldP spid="80" grpId="2"/>
      <p:bldP spid="80" grpId="3"/>
      <p:bldP spid="80" grpId="4"/>
      <p:bldP spid="80" grpId="5"/>
      <p:bldP spid="80" grpId="6"/>
      <p:bldP spid="80" grpId="7"/>
      <p:bldP spid="80" grpId="8"/>
      <p:bldP spid="80" grpId="9"/>
      <p:bldP spid="80" grpId="10"/>
      <p:bldP spid="80" grpId="11"/>
      <p:bldP spid="80" grpId="12"/>
      <p:bldP spid="80" grpId="13"/>
      <p:bldP spid="80" grpId="14"/>
      <p:bldP spid="80" grpId="15"/>
      <p:bldP spid="80" grpId="16"/>
      <p:bldP spid="80" grpId="17"/>
      <p:bldP spid="81" grpId="0"/>
      <p:bldP spid="81" grpId="1"/>
      <p:bldP spid="81" grpId="2"/>
      <p:bldP spid="81" grpId="3"/>
      <p:bldP spid="81" grpId="4"/>
      <p:bldP spid="81" grpId="5"/>
      <p:bldP spid="81" grpId="6"/>
      <p:bldP spid="81" grpId="7"/>
      <p:bldP spid="81" grpId="8"/>
      <p:bldP spid="81" grpId="9"/>
      <p:bldP spid="81" grpId="10"/>
      <p:bldP spid="81" grpId="11"/>
      <p:bldP spid="81" grpId="12"/>
      <p:bldP spid="81" grpId="13"/>
      <p:bldP spid="81" grpId="14"/>
      <p:bldP spid="81" grpId="15"/>
      <p:bldP spid="81" grpId="16"/>
      <p:bldP spid="81" grpId="17"/>
      <p:bldP spid="82" grpId="0"/>
      <p:bldP spid="82" grpId="1"/>
      <p:bldP spid="82" grpId="2"/>
      <p:bldP spid="82" grpId="3"/>
      <p:bldP spid="82" grpId="4"/>
      <p:bldP spid="82" grpId="5"/>
      <p:bldP spid="82" grpId="6"/>
      <p:bldP spid="82" grpId="7"/>
      <p:bldP spid="82" grpId="8"/>
      <p:bldP spid="82" grpId="9"/>
      <p:bldP spid="82" grpId="10"/>
      <p:bldP spid="82" grpId="11"/>
      <p:bldP spid="82" grpId="12"/>
      <p:bldP spid="82" grpId="13"/>
      <p:bldP spid="82" grpId="14"/>
      <p:bldP spid="82" grpId="15"/>
      <p:bldP spid="82" grpId="16"/>
      <p:bldP spid="82" grpId="17"/>
      <p:bldP spid="83" grpId="0"/>
      <p:bldP spid="83" grpId="1"/>
      <p:bldP spid="83" grpId="2"/>
      <p:bldP spid="83" grpId="3"/>
      <p:bldP spid="83" grpId="4"/>
      <p:bldP spid="83" grpId="5"/>
      <p:bldP spid="83" grpId="6"/>
      <p:bldP spid="83" grpId="7"/>
      <p:bldP spid="83" grpId="8"/>
      <p:bldP spid="83" grpId="9"/>
      <p:bldP spid="83" grpId="10"/>
      <p:bldP spid="83" grpId="11"/>
      <p:bldP spid="83" grpId="12"/>
      <p:bldP spid="83" grpId="13"/>
      <p:bldP spid="83" grpId="14"/>
      <p:bldP spid="83" grpId="15"/>
      <p:bldP spid="83" grpId="16"/>
      <p:bldP spid="83" grpId="17"/>
      <p:bldP spid="84" grpId="0"/>
      <p:bldP spid="84" grpId="1"/>
      <p:bldP spid="84" grpId="2"/>
      <p:bldP spid="84" grpId="3"/>
      <p:bldP spid="84" grpId="4"/>
      <p:bldP spid="84" grpId="5"/>
      <p:bldP spid="84" grpId="6"/>
      <p:bldP spid="84" grpId="7"/>
      <p:bldP spid="84" grpId="8"/>
      <p:bldP spid="84" grpId="9"/>
      <p:bldP spid="84" grpId="10"/>
      <p:bldP spid="84" grpId="11"/>
      <p:bldP spid="84" grpId="12"/>
      <p:bldP spid="84" grpId="13"/>
      <p:bldP spid="84" grpId="14"/>
      <p:bldP spid="84" grpId="15"/>
      <p:bldP spid="84" grpId="16"/>
      <p:bldP spid="84" grpId="17"/>
      <p:bldP spid="85" grpId="0"/>
      <p:bldP spid="85" grpId="1"/>
      <p:bldP spid="85" grpId="2"/>
      <p:bldP spid="85" grpId="3"/>
      <p:bldP spid="85" grpId="4"/>
      <p:bldP spid="85" grpId="5"/>
      <p:bldP spid="85" grpId="6"/>
      <p:bldP spid="85" grpId="7"/>
      <p:bldP spid="85" grpId="8"/>
      <p:bldP spid="85" grpId="9"/>
      <p:bldP spid="85" grpId="10"/>
      <p:bldP spid="85" grpId="11"/>
      <p:bldP spid="85" grpId="12"/>
      <p:bldP spid="85" grpId="13"/>
      <p:bldP spid="85" grpId="14"/>
      <p:bldP spid="85" grpId="15"/>
      <p:bldP spid="85" grpId="16"/>
      <p:bldP spid="85" grpId="17"/>
      <p:bldP spid="86" grpId="0"/>
      <p:bldP spid="86" grpId="1"/>
      <p:bldP spid="86" grpId="2"/>
      <p:bldP spid="86" grpId="3"/>
      <p:bldP spid="86" grpId="4"/>
      <p:bldP spid="86" grpId="5"/>
      <p:bldP spid="86" grpId="6"/>
      <p:bldP spid="86" grpId="7"/>
      <p:bldP spid="86" grpId="8"/>
      <p:bldP spid="86" grpId="9"/>
      <p:bldP spid="86" grpId="10"/>
      <p:bldP spid="86" grpId="11"/>
      <p:bldP spid="86" grpId="12"/>
      <p:bldP spid="86" grpId="13"/>
      <p:bldP spid="86" grpId="14"/>
      <p:bldP spid="86" grpId="15"/>
      <p:bldP spid="86" grpId="16"/>
      <p:bldP spid="86" grpId="17"/>
      <p:bldP spid="87" grpId="0"/>
      <p:bldP spid="87" grpId="1"/>
      <p:bldP spid="87" grpId="2"/>
      <p:bldP spid="87" grpId="3"/>
      <p:bldP spid="87" grpId="4"/>
      <p:bldP spid="87" grpId="5"/>
      <p:bldP spid="87" grpId="6"/>
      <p:bldP spid="87" grpId="7"/>
      <p:bldP spid="87" grpId="8"/>
      <p:bldP spid="87" grpId="9"/>
      <p:bldP spid="87" grpId="10"/>
      <p:bldP spid="87" grpId="11"/>
      <p:bldP spid="87" grpId="12"/>
      <p:bldP spid="87" grpId="13"/>
      <p:bldP spid="87" grpId="14"/>
      <p:bldP spid="87" grpId="15"/>
      <p:bldP spid="87" grpId="16"/>
      <p:bldP spid="87" grpId="17"/>
      <p:bldP spid="88" grpId="0"/>
      <p:bldP spid="88" grpId="1"/>
      <p:bldP spid="88" grpId="2"/>
      <p:bldP spid="88" grpId="3"/>
      <p:bldP spid="88" grpId="4"/>
      <p:bldP spid="88" grpId="5"/>
      <p:bldP spid="88" grpId="6"/>
      <p:bldP spid="88" grpId="7"/>
      <p:bldP spid="88" grpId="8"/>
      <p:bldP spid="88" grpId="9"/>
      <p:bldP spid="88" grpId="10"/>
      <p:bldP spid="88" grpId="11"/>
      <p:bldP spid="88" grpId="12"/>
      <p:bldP spid="88" grpId="13"/>
      <p:bldP spid="88" grpId="14"/>
      <p:bldP spid="88" grpId="15"/>
      <p:bldP spid="88" grpId="16"/>
      <p:bldP spid="88" grpId="17"/>
      <p:bldP spid="89" grpId="0"/>
      <p:bldP spid="89" grpId="1"/>
      <p:bldP spid="89" grpId="2"/>
      <p:bldP spid="89" grpId="3"/>
      <p:bldP spid="89" grpId="4"/>
      <p:bldP spid="89" grpId="5"/>
      <p:bldP spid="89" grpId="6"/>
      <p:bldP spid="89" grpId="7"/>
      <p:bldP spid="89" grpId="8"/>
      <p:bldP spid="89" grpId="9"/>
      <p:bldP spid="89" grpId="10"/>
      <p:bldP spid="89" grpId="11"/>
      <p:bldP spid="89" grpId="12"/>
      <p:bldP spid="89" grpId="13"/>
      <p:bldP spid="89" grpId="14"/>
      <p:bldP spid="89" grpId="15"/>
      <p:bldP spid="89" grpId="16"/>
      <p:bldP spid="89" grpId="17"/>
      <p:bldP spid="90" grpId="0"/>
      <p:bldP spid="90" grpId="1"/>
      <p:bldP spid="90" grpId="2"/>
      <p:bldP spid="90" grpId="3"/>
      <p:bldP spid="90" grpId="4"/>
      <p:bldP spid="90" grpId="5"/>
      <p:bldP spid="90" grpId="6"/>
      <p:bldP spid="90" grpId="7"/>
      <p:bldP spid="90" grpId="8"/>
      <p:bldP spid="90" grpId="9"/>
      <p:bldP spid="90" grpId="10"/>
      <p:bldP spid="90" grpId="11"/>
      <p:bldP spid="90" grpId="12"/>
      <p:bldP spid="90" grpId="13"/>
      <p:bldP spid="90" grpId="14"/>
      <p:bldP spid="90" grpId="15"/>
      <p:bldP spid="90" grpId="16"/>
      <p:bldP spid="90" grpId="17"/>
      <p:bldP spid="91" grpId="0"/>
      <p:bldP spid="91" grpId="1"/>
      <p:bldP spid="91" grpId="2"/>
      <p:bldP spid="91" grpId="3"/>
      <p:bldP spid="91" grpId="4"/>
      <p:bldP spid="91" grpId="5"/>
      <p:bldP spid="91" grpId="6"/>
      <p:bldP spid="91" grpId="7"/>
      <p:bldP spid="91" grpId="8"/>
      <p:bldP spid="91" grpId="9"/>
      <p:bldP spid="91" grpId="10"/>
      <p:bldP spid="91" grpId="11"/>
      <p:bldP spid="91" grpId="12"/>
      <p:bldP spid="91" grpId="13"/>
      <p:bldP spid="91" grpId="14"/>
      <p:bldP spid="91" grpId="15"/>
      <p:bldP spid="91" grpId="16"/>
      <p:bldP spid="91" grpId="17"/>
      <p:bldP spid="92" grpId="0"/>
      <p:bldP spid="92" grpId="1"/>
      <p:bldP spid="92" grpId="2"/>
      <p:bldP spid="92" grpId="3"/>
      <p:bldP spid="92" grpId="4"/>
      <p:bldP spid="92" grpId="5"/>
      <p:bldP spid="92" grpId="6"/>
      <p:bldP spid="92" grpId="7"/>
      <p:bldP spid="92" grpId="8"/>
      <p:bldP spid="92" grpId="9"/>
      <p:bldP spid="92" grpId="10"/>
      <p:bldP spid="92" grpId="11"/>
      <p:bldP spid="92" grpId="12"/>
      <p:bldP spid="92" grpId="13"/>
      <p:bldP spid="92" grpId="14"/>
      <p:bldP spid="92" grpId="15"/>
      <p:bldP spid="92" grpId="16"/>
      <p:bldP spid="92" grpId="17"/>
      <p:bldP spid="93" grpId="0"/>
      <p:bldP spid="93" grpId="1"/>
      <p:bldP spid="93" grpId="2"/>
      <p:bldP spid="93" grpId="3"/>
      <p:bldP spid="93" grpId="4"/>
      <p:bldP spid="93" grpId="5"/>
      <p:bldP spid="93" grpId="6"/>
      <p:bldP spid="93" grpId="7"/>
      <p:bldP spid="93" grpId="8"/>
      <p:bldP spid="93" grpId="9"/>
      <p:bldP spid="93" grpId="10"/>
      <p:bldP spid="93" grpId="11"/>
      <p:bldP spid="93" grpId="12"/>
      <p:bldP spid="93" grpId="13"/>
      <p:bldP spid="93" grpId="14"/>
      <p:bldP spid="93" grpId="15"/>
      <p:bldP spid="93" grpId="16"/>
      <p:bldP spid="93" grpId="17"/>
      <p:bldP spid="94" grpId="0"/>
      <p:bldP spid="94" grpId="1"/>
      <p:bldP spid="94" grpId="2"/>
      <p:bldP spid="94" grpId="3"/>
      <p:bldP spid="94" grpId="4"/>
      <p:bldP spid="94" grpId="5"/>
      <p:bldP spid="94" grpId="6"/>
      <p:bldP spid="94" grpId="7"/>
      <p:bldP spid="94" grpId="8"/>
      <p:bldP spid="94" grpId="9"/>
      <p:bldP spid="94" grpId="10"/>
      <p:bldP spid="94" grpId="11"/>
      <p:bldP spid="94" grpId="12"/>
      <p:bldP spid="94" grpId="13"/>
      <p:bldP spid="94" grpId="14"/>
      <p:bldP spid="94" grpId="15"/>
      <p:bldP spid="94" grpId="16"/>
      <p:bldP spid="94" grpId="17"/>
      <p:bldP spid="95" grpId="0"/>
      <p:bldP spid="95" grpId="1"/>
      <p:bldP spid="95" grpId="2"/>
      <p:bldP spid="95" grpId="3"/>
      <p:bldP spid="95" grpId="4"/>
      <p:bldP spid="95" grpId="5"/>
      <p:bldP spid="95" grpId="6"/>
      <p:bldP spid="95" grpId="7"/>
      <p:bldP spid="95" grpId="8"/>
      <p:bldP spid="95" grpId="9"/>
      <p:bldP spid="95" grpId="10"/>
      <p:bldP spid="95" grpId="11"/>
      <p:bldP spid="95" grpId="12"/>
      <p:bldP spid="95" grpId="13"/>
      <p:bldP spid="95" grpId="14"/>
      <p:bldP spid="95" grpId="15"/>
      <p:bldP spid="95" grpId="16"/>
      <p:bldP spid="95" grpId="17"/>
      <p:bldP spid="96" grpId="0"/>
      <p:bldP spid="96" grpId="1"/>
      <p:bldP spid="96" grpId="2"/>
      <p:bldP spid="96" grpId="3"/>
      <p:bldP spid="96" grpId="4"/>
      <p:bldP spid="96" grpId="5"/>
      <p:bldP spid="96" grpId="6"/>
      <p:bldP spid="96" grpId="7"/>
      <p:bldP spid="96" grpId="8"/>
      <p:bldP spid="96" grpId="9"/>
      <p:bldP spid="96" grpId="10"/>
      <p:bldP spid="96" grpId="11"/>
      <p:bldP spid="96" grpId="12"/>
      <p:bldP spid="96" grpId="13"/>
      <p:bldP spid="96" grpId="14"/>
      <p:bldP spid="96" grpId="15"/>
      <p:bldP spid="96" grpId="16"/>
      <p:bldP spid="96" grpId="17"/>
      <p:bldP spid="97" grpId="0"/>
      <p:bldP spid="97" grpId="1"/>
      <p:bldP spid="97" grpId="2"/>
      <p:bldP spid="97" grpId="3"/>
      <p:bldP spid="97" grpId="4"/>
      <p:bldP spid="97" grpId="5"/>
      <p:bldP spid="97" grpId="6"/>
      <p:bldP spid="97" grpId="7"/>
      <p:bldP spid="97" grpId="8"/>
      <p:bldP spid="97" grpId="9"/>
      <p:bldP spid="97" grpId="10"/>
      <p:bldP spid="97" grpId="11"/>
      <p:bldP spid="97" grpId="12"/>
      <p:bldP spid="97" grpId="13"/>
      <p:bldP spid="97" grpId="14"/>
      <p:bldP spid="97" grpId="15"/>
      <p:bldP spid="97" grpId="16"/>
      <p:bldP spid="97" grpId="17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047FCDF7-A880-C611-B87F-8FF5935E16BB}"/>
              </a:ext>
            </a:extLst>
          </p:cNvPr>
          <p:cNvSpPr/>
          <p:nvPr userDrawn="1"/>
        </p:nvSpPr>
        <p:spPr>
          <a:xfrm>
            <a:off x="6299775" y="419473"/>
            <a:ext cx="5725651" cy="5760640"/>
          </a:xfrm>
          <a:prstGeom prst="round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A3CB81D-0F5B-E477-D1BD-6C645FD5EC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775"/>
                    </a14:imgEffect>
                    <a14:imgEffect>
                      <a14:saturation sat="97000"/>
                    </a14:imgEffect>
                    <a14:imgEffect>
                      <a14:brightnessContrast bright="10000" contrast="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46" r="2524"/>
          <a:stretch/>
        </p:blipFill>
        <p:spPr>
          <a:xfrm>
            <a:off x="241286" y="862809"/>
            <a:ext cx="5879067" cy="5132382"/>
          </a:xfrm>
          <a:prstGeom prst="ellipse">
            <a:avLst/>
          </a:prstGeom>
        </p:spPr>
      </p:pic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CFAEEF84-C269-56FC-02E6-84BEAEA852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98591" y="2252415"/>
            <a:ext cx="5119301" cy="1470991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kumimoji="0" lang="zh-TW" altLang="en-US" sz="9600" b="0" i="0" u="none" strike="noStrike" kern="1200" cap="none" spc="300" normalizeH="0" baseline="0" noProof="0" dirty="0" smtClean="0">
                <a:ln w="12700">
                  <a:solidFill>
                    <a:srgbClr val="2B2413"/>
                  </a:solidFill>
                </a:ln>
                <a:solidFill>
                  <a:srgbClr val="286E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auhaus 93" panose="04030905020B02020C02" pitchFamily="82" charset="0"/>
                <a:ea typeface="華康粗圓體" panose="020F0709000000000000" pitchFamily="49" charset="-120"/>
                <a:cs typeface="Aharoni" panose="02010803020104030203" pitchFamily="2" charset="-79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7FD4F82-F1D5-4BDC-F0CA-8FC09EC17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8591" y="1275563"/>
            <a:ext cx="5119301" cy="976852"/>
          </a:xfrm>
        </p:spPr>
        <p:txBody>
          <a:bodyPr anchor="ctr">
            <a:noAutofit/>
          </a:bodyPr>
          <a:lstStyle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TW" altLang="en-US" sz="7200" b="1" i="0" u="none" strike="noStrike" kern="1200" cap="none" spc="500" normalizeH="0" baseline="0" dirty="0">
                <a:ln w="22225" cmpd="sng">
                  <a:solidFill>
                    <a:prstClr val="white"/>
                  </a:solidFill>
                  <a:prstDash val="solid"/>
                </a:ln>
                <a:solidFill>
                  <a:srgbClr val="C00000"/>
                </a:solidFill>
                <a:effectLst>
                  <a:glow>
                    <a:srgbClr val="FFFFFF">
                      <a:alpha val="30000"/>
                    </a:srgb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源泉圓體 H" panose="020B0A00000000000000" pitchFamily="34" charset="-120"/>
                <a:ea typeface="源泉圓體 H" panose="020B0A00000000000000" pitchFamily="34" charset="-120"/>
                <a:cs typeface="+mj-cs"/>
              </a:defRPr>
            </a:lvl1pPr>
          </a:lstStyle>
          <a:p>
            <a:endParaRPr lang="zh-TW" altLang="en-US" dirty="0"/>
          </a:p>
        </p:txBody>
      </p:sp>
      <p:sp>
        <p:nvSpPr>
          <p:cNvPr id="17" name="內容版面配置區 16">
            <a:extLst>
              <a:ext uri="{FF2B5EF4-FFF2-40B4-BE49-F238E27FC236}">
                <a16:creationId xmlns:a16="http://schemas.microsoft.com/office/drawing/2014/main" id="{95839CD3-F056-F4B4-D67E-467BE03374D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598591" y="3597963"/>
            <a:ext cx="5118100" cy="1581149"/>
          </a:xfrm>
        </p:spPr>
        <p:txBody>
          <a:bodyPr anchor="ctr">
            <a:noAutofit/>
          </a:bodyPr>
          <a:lstStyle>
            <a:lvl1pPr marL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1" lang="zh-TW" altLang="en-US" sz="8000" b="1" i="0" u="none" strike="noStrike" kern="1200" cap="none" spc="500" normalizeH="0" baseline="0" noProof="0" dirty="0" smtClean="0">
                <a:ln w="22225" cmpd="sng">
                  <a:solidFill>
                    <a:prstClr val="white"/>
                  </a:solidFill>
                  <a:prstDash val="solid"/>
                </a:ln>
                <a:solidFill>
                  <a:srgbClr val="7030A0"/>
                </a:solidFill>
                <a:effectLst>
                  <a:glow>
                    <a:srgbClr val="FFFFFF">
                      <a:alpha val="30000"/>
                    </a:srgb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華康海報體W12" panose="02010609010101010101" pitchFamily="49" charset="-120"/>
                <a:ea typeface="華康海報體W12" panose="02010609010101010101" pitchFamily="49" charset="-120"/>
                <a:cs typeface="+mn-cs"/>
              </a:defRPr>
            </a:lvl1pPr>
            <a:lvl2pPr marL="0" indent="0"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kumimoji="0" lang="zh-TW" altLang="en-US" sz="2400" b="0" i="0" u="none" strike="noStrike" kern="1200" cap="none" spc="300" normalizeH="0" baseline="0" dirty="0" smtClean="0">
                <a:ln w="12700">
                  <a:solidFill>
                    <a:srgbClr val="2B2413"/>
                  </a:solidFill>
                </a:ln>
                <a:solidFill>
                  <a:srgbClr val="FFC000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erlin Sans FB Demi" panose="020E0802020502020306" pitchFamily="34" charset="0"/>
                <a:ea typeface="華康粗圓體" panose="020F0709000000000000" pitchFamily="49" charset="-120"/>
                <a:cs typeface="Aharoni" panose="02010803020104030203" pitchFamily="2" charset="-79"/>
              </a:defRPr>
            </a:lvl2pPr>
            <a:lvl3pPr marL="0" indent="0"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kumimoji="0" lang="zh-TW" altLang="en-US" sz="2400" b="0" i="0" u="none" strike="noStrike" kern="1200" cap="none" spc="300" normalizeH="0" baseline="0" dirty="0" smtClean="0">
                <a:ln w="12700">
                  <a:solidFill>
                    <a:srgbClr val="2B2413"/>
                  </a:solidFill>
                </a:ln>
                <a:solidFill>
                  <a:srgbClr val="FFC000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erlin Sans FB Demi" panose="020E0802020502020306" pitchFamily="34" charset="0"/>
                <a:ea typeface="華康粗圓體" panose="020F0709000000000000" pitchFamily="49" charset="-120"/>
                <a:cs typeface="Aharoni" panose="02010803020104030203" pitchFamily="2" charset="-79"/>
              </a:defRPr>
            </a:lvl3pPr>
            <a:lvl4pPr marL="0" indent="0"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kumimoji="0" lang="zh-TW" altLang="en-US" sz="2400" b="0" i="0" u="none" strike="noStrike" kern="1200" cap="none" spc="300" normalizeH="0" baseline="0" dirty="0" smtClean="0">
                <a:ln w="12700">
                  <a:solidFill>
                    <a:srgbClr val="2B2413"/>
                  </a:solidFill>
                </a:ln>
                <a:solidFill>
                  <a:srgbClr val="FFC000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erlin Sans FB Demi" panose="020E0802020502020306" pitchFamily="34" charset="0"/>
                <a:ea typeface="華康粗圓體" panose="020F0709000000000000" pitchFamily="49" charset="-120"/>
                <a:cs typeface="Aharoni" panose="02010803020104030203" pitchFamily="2" charset="-79"/>
              </a:defRPr>
            </a:lvl4pPr>
            <a:lvl5pPr marL="0" indent="0"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kumimoji="0" lang="zh-TW" altLang="en-US" sz="2400" b="0" i="0" u="none" strike="noStrike" kern="1200" cap="none" spc="300" normalizeH="0" baseline="0" dirty="0" smtClean="0">
                <a:ln w="12700">
                  <a:solidFill>
                    <a:srgbClr val="2B2413"/>
                  </a:solidFill>
                </a:ln>
                <a:solidFill>
                  <a:srgbClr val="FFC000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erlin Sans FB Demi" panose="020E0802020502020306" pitchFamily="34" charset="0"/>
                <a:ea typeface="華康粗圓體" panose="020F0709000000000000" pitchFamily="49" charset="-120"/>
                <a:cs typeface="Aharoni" panose="02010803020104030203" pitchFamily="2" charset="-79"/>
              </a:defRPr>
            </a:lvl5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63006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210A1B6-5D0E-448A-C652-FD8210CD2E44}"/>
              </a:ext>
            </a:extLst>
          </p:cNvPr>
          <p:cNvSpPr/>
          <p:nvPr userDrawn="1"/>
        </p:nvSpPr>
        <p:spPr>
          <a:xfrm>
            <a:off x="170121" y="44624"/>
            <a:ext cx="11758527" cy="1187350"/>
          </a:xfrm>
          <a:prstGeom prst="roundRect">
            <a:avLst/>
          </a:prstGeom>
          <a:solidFill>
            <a:srgbClr val="CD47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5600" b="1" i="0" u="none" strike="noStrike" kern="1200" cap="none" spc="500" normalizeH="0" baseline="0" noProof="0" dirty="0">
              <a:ln w="22225" cmpd="sng">
                <a:solidFill>
                  <a:srgbClr val="000000"/>
                </a:solidFill>
                <a:prstDash val="solid"/>
              </a:ln>
              <a:solidFill>
                <a:prstClr val="white"/>
              </a:solidFill>
              <a:effectLst/>
              <a:uLnTx/>
              <a:uFillTx/>
              <a:latin typeface="源泉圓體 B" panose="020B0800000000000000" pitchFamily="34" charset="-120"/>
              <a:ea typeface="源泉圓體 B" panose="020B0800000000000000" pitchFamily="34" charset="-120"/>
              <a:cs typeface="Gen Jyuu Gothic Heavy" panose="020B0702020203020207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0BA58A7-EC3E-EC54-815C-56D4F235E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242" y="72008"/>
            <a:ext cx="11509516" cy="1159966"/>
          </a:xfrm>
        </p:spPr>
        <p:txBody>
          <a:bodyPr/>
          <a:lstStyle>
            <a:lvl1pPr algn="ctr">
              <a:defRPr>
                <a:ln w="6350">
                  <a:solidFill>
                    <a:schemeClr val="tx1"/>
                  </a:solidFill>
                  <a:prstDash val="solid"/>
                </a:ln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E18014-0F6B-D076-D5A0-890C1EDF2D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1344" y="1231974"/>
            <a:ext cx="9180672" cy="5546512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400">
                <a:solidFill>
                  <a:srgbClr val="0070C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3E65D52-07E8-AE06-EC5F-98A078EB5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26195" y="3789040"/>
            <a:ext cx="2696773" cy="2448272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TW" altLang="en-US" sz="2400" b="1" kern="1200" spc="300" dirty="0" smtClean="0">
                <a:ln w="12700">
                  <a:noFill/>
                </a:ln>
                <a:solidFill>
                  <a:srgbClr val="7030A0"/>
                </a:solidFill>
                <a:effectLst/>
                <a:latin typeface="源泉圓體 B" panose="020B0800000000000000" pitchFamily="34" charset="-120"/>
                <a:ea typeface="源泉圓體 B" panose="020B0800000000000000" pitchFamily="34" charset="-120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TW" altLang="en-US" sz="2400" b="1" kern="1200" spc="300" dirty="0" smtClean="0">
                <a:ln w="12700"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源泉圓體 B" panose="020B0800000000000000" pitchFamily="34" charset="-120"/>
                <a:ea typeface="源泉圓體 B" panose="020B0800000000000000" pitchFamily="34" charset="-120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TW" altLang="en-US" sz="2400" b="1" kern="1200" spc="300" dirty="0" smtClean="0">
                <a:ln w="12700"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源泉圓體 B" panose="020B0800000000000000" pitchFamily="34" charset="-120"/>
                <a:ea typeface="源泉圓體 B" panose="020B0800000000000000" pitchFamily="34" charset="-120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TW" altLang="en-US" sz="2400" b="1" kern="1200" spc="300" dirty="0" smtClean="0">
                <a:ln w="12700"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源泉圓體 B" panose="020B0800000000000000" pitchFamily="34" charset="-120"/>
                <a:ea typeface="源泉圓體 B" panose="020B0800000000000000" pitchFamily="34" charset="-120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TW" altLang="en-US" sz="2400" b="1" kern="1200" spc="300" dirty="0">
                <a:ln w="12700"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源泉圓體 B" panose="020B0800000000000000" pitchFamily="34" charset="-120"/>
                <a:ea typeface="源泉圓體 B" panose="020B0800000000000000" pitchFamily="34" charset="-120"/>
                <a:cs typeface="+mn-cs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2CC8F74-D3BB-8BA3-0847-D00DDED4B8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2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2" r="202"/>
          <a:stretch/>
        </p:blipFill>
        <p:spPr>
          <a:xfrm>
            <a:off x="9480376" y="1231974"/>
            <a:ext cx="2588413" cy="23498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87823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13938F-8635-BBD9-7CCF-E7318AC0E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4680" y="136525"/>
            <a:ext cx="8280920" cy="3580507"/>
          </a:xfrm>
        </p:spPr>
        <p:txBody>
          <a:bodyPr anchor="t">
            <a:normAutofit/>
          </a:bodyPr>
          <a:lstStyle>
            <a:lvl1pPr algn="ctr">
              <a:lnSpc>
                <a:spcPct val="100000"/>
              </a:lnSpc>
              <a:defRPr kumimoji="0" lang="zh-TW" altLang="en-US" sz="6000" b="1" i="0" u="none" strike="noStrike" kern="1200" cap="none" spc="600" normalizeH="0" baseline="0" dirty="0">
                <a:ln w="19050"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源泉圓體 B" panose="020B0800000000000000" pitchFamily="34" charset="-120"/>
                <a:ea typeface="源泉圓體 B" panose="020B0800000000000000" pitchFamily="34" charset="-120"/>
                <a:cs typeface="+mj-cs"/>
              </a:defRPr>
            </a:lvl1pPr>
          </a:lstStyle>
          <a:p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2A85CC4-E07D-8976-137F-F049D57EEE8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9336" y="5949280"/>
            <a:ext cx="7560840" cy="772195"/>
          </a:xfrm>
        </p:spPr>
        <p:txBody>
          <a:bodyPr anchor="ctr">
            <a:noAutofit/>
          </a:bodyPr>
          <a:lstStyle>
            <a:lvl1pPr marL="0" indent="0" algn="ctr">
              <a:buNone/>
              <a:defRPr kumimoji="0" lang="zh-TW" altLang="en-US" sz="4000" b="1" i="0" u="none" strike="noStrike" kern="1200" cap="none" spc="600" normalizeH="0" baseline="0" dirty="0">
                <a:ln w="19050"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源泉圓體 B" panose="020B0800000000000000" pitchFamily="34" charset="-120"/>
                <a:ea typeface="源泉圓體 B" panose="020B0800000000000000" pitchFamily="34" charset="-120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按一下以子標題樣式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18594ED-79FB-EBED-7D22-0FDA8D09AA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983" y="2996083"/>
            <a:ext cx="7896225" cy="309721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5400">
                <a:solidFill>
                  <a:srgbClr val="7030A0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12250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4" Type="http://schemas.microsoft.com/office/2007/relationships/hdphoto" Target="../media/hdphoto3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262269"/>
            <a:ext cx="12192000" cy="2454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zh-TW" alt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287229"/>
            <a:ext cx="12192000" cy="27097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08000" marR="0" lvl="0" indent="0" algn="ctr" defTabSz="914400" rtl="0" eaLnBrk="1" fontAlgn="auto" latinLnBrk="0" hangingPunct="1">
              <a:lnSpc>
                <a:spcPts val="6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9124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44" r:id="rId1"/>
    <p:sldLayoutId id="2147484245" r:id="rId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0" lang="en-US" altLang="en-US" sz="6000" b="1" i="0" u="none" strike="noStrike" kern="1200" cap="none" spc="350" normalizeH="0" baseline="0" dirty="0">
          <a:ln>
            <a:solidFill>
              <a:prstClr val="black"/>
            </a:solidFill>
          </a:ln>
          <a:solidFill>
            <a:srgbClr val="FFFF00"/>
          </a:solidFill>
          <a:effectLst/>
          <a:uLnTx/>
          <a:uFillTx/>
          <a:latin typeface="源泉圓體 B" panose="020B0800000000000000" pitchFamily="34" charset="-120"/>
          <a:ea typeface="源泉圓體 B" panose="020B0800000000000000" pitchFamily="34" charset="-120"/>
          <a:cs typeface="+mj-cs"/>
        </a:defRPr>
      </a:lvl1pPr>
    </p:titleStyle>
    <p:bodyStyle>
      <a:lvl1pPr marL="0" indent="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kumimoji="0" lang="zh-TW" altLang="en-US" sz="4800" b="1" i="0" u="none" strike="noStrike" kern="1200" cap="none" spc="350" normalizeH="0" baseline="0" dirty="0">
          <a:ln>
            <a:solidFill>
              <a:prstClr val="black"/>
            </a:solidFill>
          </a:ln>
          <a:solidFill>
            <a:srgbClr val="FFFF00"/>
          </a:solidFill>
          <a:effectLst/>
          <a:uLnTx/>
          <a:uFillTx/>
          <a:latin typeface="源泉圓體 M" panose="020B0600000000000000" pitchFamily="34" charset="-120"/>
          <a:ea typeface="源泉圓體 M" panose="020B0600000000000000" pitchFamily="34" charset="-120"/>
          <a:cs typeface="+mj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6DF01DD-3FE1-9A3A-744F-B6DD4B181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DB118F9-0DD6-82A5-63CC-BFB154355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538994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5" r:id="rId1"/>
    <p:sldLayoutId id="2147484126" r:id="rId2"/>
    <p:sldLayoutId id="2147484170" r:id="rId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kumimoji="0" lang="zh-TW" altLang="en-US" sz="6000" b="1" kern="1200" spc="300" dirty="0">
          <a:solidFill>
            <a:prstClr val="white"/>
          </a:solidFill>
          <a:latin typeface="華康粗圓體" panose="020F0709000000000000" pitchFamily="49" charset="-120"/>
          <a:ea typeface="華康粗圓體" panose="020F0709000000000000" pitchFamily="49" charset="-120"/>
          <a:cs typeface="+mj-cs"/>
        </a:defRPr>
      </a:lvl1pPr>
    </p:titleStyle>
    <p:bodyStyle>
      <a:lvl1pPr marL="0" indent="0" algn="l" defTabSz="914400" rtl="0" eaLnBrk="1" fontAlgn="auto" latinLnBrk="0" hangingPunct="1">
        <a:lnSpc>
          <a:spcPct val="100000"/>
        </a:lnSpc>
        <a:spcBef>
          <a:spcPct val="0"/>
        </a:spcBef>
        <a:spcAft>
          <a:spcPts val="0"/>
        </a:spcAft>
        <a:buFont typeface="Arial" panose="020B0604020202020204" pitchFamily="34" charset="0"/>
        <a:buNone/>
        <a:defRPr kumimoji="0" lang="zh-TW" altLang="en-US" sz="5400" b="1" kern="1200" spc="300" dirty="0" smtClean="0">
          <a:solidFill>
            <a:prstClr val="white"/>
          </a:solidFill>
          <a:latin typeface="華康粗圓體" panose="020F0709000000000000" pitchFamily="49" charset="-120"/>
          <a:ea typeface="華康粗圓體" panose="020F0709000000000000" pitchFamily="49" charset="-120"/>
          <a:cs typeface="+mj-cs"/>
        </a:defRPr>
      </a:lvl1pPr>
      <a:lvl2pPr marL="457200" indent="0" algn="l" defTabSz="914400" rtl="0" eaLnBrk="1" fontAlgn="auto" latinLnBrk="0" hangingPunct="1">
        <a:lnSpc>
          <a:spcPct val="100000"/>
        </a:lnSpc>
        <a:spcBef>
          <a:spcPct val="0"/>
        </a:spcBef>
        <a:spcAft>
          <a:spcPts val="0"/>
        </a:spcAft>
        <a:buFont typeface="Arial" panose="020B0604020202020204" pitchFamily="34" charset="0"/>
        <a:buNone/>
        <a:defRPr kumimoji="0" lang="zh-TW" altLang="en-US" sz="5400" b="1" kern="1200" spc="300" dirty="0" smtClean="0">
          <a:solidFill>
            <a:prstClr val="white"/>
          </a:solidFill>
          <a:latin typeface="華康粗圓體" panose="020F0709000000000000" pitchFamily="49" charset="-120"/>
          <a:ea typeface="華康粗圓體" panose="020F0709000000000000" pitchFamily="49" charset="-120"/>
          <a:cs typeface="+mj-cs"/>
        </a:defRPr>
      </a:lvl2pPr>
      <a:lvl3pPr marL="914400" indent="0" algn="l" defTabSz="914400" rtl="0" eaLnBrk="1" fontAlgn="auto" latinLnBrk="0" hangingPunct="1">
        <a:lnSpc>
          <a:spcPct val="100000"/>
        </a:lnSpc>
        <a:spcBef>
          <a:spcPct val="0"/>
        </a:spcBef>
        <a:spcAft>
          <a:spcPts val="0"/>
        </a:spcAft>
        <a:buFont typeface="Arial" panose="020B0604020202020204" pitchFamily="34" charset="0"/>
        <a:buNone/>
        <a:defRPr kumimoji="0" lang="zh-TW" altLang="en-US" sz="5400" b="1" kern="1200" spc="300" dirty="0" smtClean="0">
          <a:solidFill>
            <a:prstClr val="white"/>
          </a:solidFill>
          <a:latin typeface="華康粗圓體" panose="020F0709000000000000" pitchFamily="49" charset="-120"/>
          <a:ea typeface="華康粗圓體" panose="020F0709000000000000" pitchFamily="49" charset="-120"/>
          <a:cs typeface="+mj-cs"/>
        </a:defRPr>
      </a:lvl3pPr>
      <a:lvl4pPr marL="1371600" indent="0" algn="l" defTabSz="914400" rtl="0" eaLnBrk="1" fontAlgn="auto" latinLnBrk="0" hangingPunct="1">
        <a:lnSpc>
          <a:spcPct val="100000"/>
        </a:lnSpc>
        <a:spcBef>
          <a:spcPct val="0"/>
        </a:spcBef>
        <a:spcAft>
          <a:spcPts val="0"/>
        </a:spcAft>
        <a:buFont typeface="Arial" panose="020B0604020202020204" pitchFamily="34" charset="0"/>
        <a:buNone/>
        <a:defRPr kumimoji="0" lang="zh-TW" altLang="en-US" sz="5400" b="1" kern="1200" spc="300" dirty="0" smtClean="0">
          <a:solidFill>
            <a:prstClr val="white"/>
          </a:solidFill>
          <a:latin typeface="華康粗圓體" panose="020F0709000000000000" pitchFamily="49" charset="-120"/>
          <a:ea typeface="華康粗圓體" panose="020F0709000000000000" pitchFamily="49" charset="-120"/>
          <a:cs typeface="+mj-cs"/>
        </a:defRPr>
      </a:lvl4pPr>
      <a:lvl5pPr marL="1828800" indent="0" algn="l" defTabSz="914400" rtl="0" eaLnBrk="1" fontAlgn="auto" latinLnBrk="0" hangingPunct="1">
        <a:lnSpc>
          <a:spcPct val="100000"/>
        </a:lnSpc>
        <a:spcBef>
          <a:spcPct val="0"/>
        </a:spcBef>
        <a:spcAft>
          <a:spcPts val="0"/>
        </a:spcAft>
        <a:buFont typeface="Arial" panose="020B0604020202020204" pitchFamily="34" charset="0"/>
        <a:buNone/>
        <a:defRPr kumimoji="0" lang="zh-TW" altLang="en-US" sz="5400" b="1" kern="1200" spc="300" dirty="0">
          <a:solidFill>
            <a:prstClr val="white"/>
          </a:solidFill>
          <a:latin typeface="華康粗圓體" panose="020F0709000000000000" pitchFamily="49" charset="-120"/>
          <a:ea typeface="華康粗圓體" panose="020F0709000000000000" pitchFamily="49" charset="-120"/>
          <a:cs typeface="+mj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A7236F3-99A1-7A1D-43B3-733B0F45B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0A7556A-CA82-E5E4-CBEF-437BB0F98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20775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2" r:id="rId1"/>
    <p:sldLayoutId id="2147484233" r:id="rId2"/>
    <p:sldLayoutId id="2147484234" r:id="rId3"/>
    <p:sldLayoutId id="2147484235" r:id="rId4"/>
  </p:sldLayoutIdLst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kumimoji="0" lang="zh-TW" altLang="en-US" sz="5200" b="1" i="0" u="none" strike="noStrike" kern="1200" cap="none" spc="300" normalizeH="0" baseline="0" dirty="0">
          <a:ln w="6350">
            <a:solidFill>
              <a:srgbClr val="BD714E"/>
            </a:solidFill>
            <a:prstDash val="solid"/>
          </a:ln>
          <a:solidFill>
            <a:prstClr val="white"/>
          </a:solidFill>
          <a:effectLst/>
          <a:uLnTx/>
          <a:uFillTx/>
          <a:latin typeface="源泉圓體 B" panose="020B0800000000000000" pitchFamily="34" charset="-120"/>
          <a:ea typeface="源泉圓體 B" panose="020B0800000000000000" pitchFamily="34" charset="-120"/>
          <a:cs typeface="+mn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kumimoji="0" lang="zh-TW" altLang="en-US" sz="4600" b="1" i="0" u="none" strike="noStrike" kern="1200" cap="none" spc="300" normalizeH="0" baseline="0" noProof="0" dirty="0" smtClean="0">
          <a:ln w="12700">
            <a:noFill/>
          </a:ln>
          <a:solidFill>
            <a:srgbClr val="8A382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uLnTx/>
          <a:uFillTx/>
          <a:latin typeface="源泉圓體 B" panose="020B0800000000000000" pitchFamily="34" charset="-120"/>
          <a:ea typeface="源泉圓體 B" panose="020B0800000000000000" pitchFamily="34" charset="-120"/>
          <a:cs typeface="+mj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zh-TW" altLang="en-US" sz="4600" b="1" i="0" u="none" strike="noStrike" kern="1200" cap="none" spc="300" normalizeH="0" baseline="0" dirty="0" smtClean="0">
          <a:ln w="12700">
            <a:noFill/>
          </a:ln>
          <a:solidFill>
            <a:srgbClr val="8A382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uLnTx/>
          <a:uFillTx/>
          <a:latin typeface="源泉圓體 B" panose="020B0800000000000000" pitchFamily="34" charset="-120"/>
          <a:ea typeface="源泉圓體 B" panose="020B0800000000000000" pitchFamily="34" charset="-120"/>
          <a:cs typeface="+mj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0" lang="zh-TW" altLang="en-US" sz="4600" b="1" i="0" u="none" strike="noStrike" kern="1200" cap="none" spc="300" normalizeH="0" baseline="0" dirty="0" smtClean="0">
          <a:ln w="12700">
            <a:noFill/>
          </a:ln>
          <a:solidFill>
            <a:srgbClr val="8A382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uLnTx/>
          <a:uFillTx/>
          <a:latin typeface="源泉圓體 B" panose="020B0800000000000000" pitchFamily="34" charset="-120"/>
          <a:ea typeface="源泉圓體 B" panose="020B0800000000000000" pitchFamily="34" charset="-120"/>
          <a:cs typeface="+mj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3EE2FC1-B966-45FB-1F78-7B1AD2C95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FA48AD9-6D7F-6B94-7A10-150A9DA3E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D3820F1-50F9-533A-7249-E494EE5C82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colorTemperature colorTemp="112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193" t="2750" r="3892"/>
          <a:stretch/>
        </p:blipFill>
        <p:spPr>
          <a:xfrm>
            <a:off x="7811779" y="0"/>
            <a:ext cx="439248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93311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zh-TW" altLang="en-US" sz="6000" b="1" i="0" u="none" strike="noStrike" kern="1200" cap="none" spc="600" normalizeH="0" baseline="0" noProof="0" dirty="0">
          <a:ln w="19050">
            <a:noFill/>
          </a:ln>
          <a:solidFill>
            <a:srgbClr val="C000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uLnTx/>
          <a:uFillTx/>
          <a:latin typeface="源泉圓體 B" panose="020B0800000000000000" pitchFamily="34" charset="-120"/>
          <a:ea typeface="源泉圓體 B" panose="020B0800000000000000" pitchFamily="34" charset="-12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kumimoji="0" lang="zh-TW" altLang="en-US" sz="6000" b="1" i="0" u="none" strike="noStrike" kern="1200" cap="none" spc="600" normalizeH="0" baseline="0" dirty="0">
          <a:ln w="19050">
            <a:noFill/>
          </a:ln>
          <a:solidFill>
            <a:srgbClr val="C000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uLnTx/>
          <a:uFillTx/>
          <a:latin typeface="源泉圓體 B" panose="020B0800000000000000" pitchFamily="34" charset="-120"/>
          <a:ea typeface="源泉圓體 B" panose="020B0800000000000000" pitchFamily="34" charset="-120"/>
          <a:cs typeface="+mj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0" lang="zh-TW" altLang="en-US" sz="6000" b="1" i="0" u="none" strike="noStrike" kern="1200" cap="none" spc="600" normalizeH="0" baseline="0" dirty="0">
          <a:ln w="19050">
            <a:noFill/>
          </a:ln>
          <a:solidFill>
            <a:srgbClr val="C55A1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uLnTx/>
          <a:uFillTx/>
          <a:latin typeface="源泉圓體 B" panose="020B0800000000000000" pitchFamily="34" charset="-120"/>
          <a:ea typeface="源泉圓體 B" panose="020B0800000000000000" pitchFamily="34" charset="-120"/>
          <a:cs typeface="+mj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0" lang="zh-TW" altLang="en-US" sz="6000" b="1" i="0" u="none" strike="noStrike" kern="1200" cap="none" spc="600" normalizeH="0" baseline="0" dirty="0">
          <a:ln w="19050">
            <a:noFill/>
          </a:ln>
          <a:solidFill>
            <a:srgbClr val="C55A1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uLnTx/>
          <a:uFillTx/>
          <a:latin typeface="源泉圓體 B" panose="020B0800000000000000" pitchFamily="34" charset="-120"/>
          <a:ea typeface="源泉圓體 B" panose="020B0800000000000000" pitchFamily="34" charset="-120"/>
          <a:cs typeface="+mj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0" lang="zh-TW" altLang="en-US" sz="6000" b="1" i="0" u="none" strike="noStrike" kern="1200" cap="none" spc="600" normalizeH="0" baseline="0" noProof="0" dirty="0">
          <a:ln w="19050">
            <a:noFill/>
          </a:ln>
          <a:solidFill>
            <a:srgbClr val="C55A1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uLnTx/>
          <a:uFillTx/>
          <a:latin typeface="源泉圓體 B" panose="020B0800000000000000" pitchFamily="34" charset="-120"/>
          <a:ea typeface="源泉圓體 B" panose="020B0800000000000000" pitchFamily="34" charset="-120"/>
          <a:cs typeface="+mj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0" lang="zh-TW" altLang="en-US" sz="6000" b="1" i="0" u="none" strike="noStrike" kern="1200" cap="none" spc="600" normalizeH="0" baseline="0" dirty="0">
          <a:ln w="19050">
            <a:noFill/>
          </a:ln>
          <a:solidFill>
            <a:srgbClr val="C55A1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uLnTx/>
          <a:uFillTx/>
          <a:latin typeface="源泉圓體 B" panose="020B0800000000000000" pitchFamily="34" charset="-120"/>
          <a:ea typeface="源泉圓體 B" panose="020B0800000000000000" pitchFamily="34" charset="-120"/>
          <a:cs typeface="+mj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0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05F4D4-63E1-D3DC-F54A-A12894862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56DAE1D-36EA-110B-2091-EBBF33EDE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7737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76BE57-244C-5ABE-E2FA-724022776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EDEBF9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這高貴新婦是我佳偶</a:t>
            </a:r>
          </a:p>
        </p:txBody>
      </p:sp>
    </p:spTree>
    <p:extLst>
      <p:ext uri="{BB962C8B-B14F-4D97-AF65-F5344CB8AC3E}">
        <p14:creationId xmlns:p14="http://schemas.microsoft.com/office/powerpoint/2010/main" val="2156008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7458A9-862A-02E1-395A-D4408AAB2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EDEBF9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如此驚人的美麗 是天父為我預備</a:t>
            </a:r>
          </a:p>
        </p:txBody>
      </p:sp>
    </p:spTree>
    <p:extLst>
      <p:ext uri="{BB962C8B-B14F-4D97-AF65-F5344CB8AC3E}">
        <p14:creationId xmlns:p14="http://schemas.microsoft.com/office/powerpoint/2010/main" val="606253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540739-150C-B598-8A71-7BB5C8779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EDEBF9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她的歌聲是 如此甜美</a:t>
            </a:r>
          </a:p>
        </p:txBody>
      </p:sp>
    </p:spTree>
    <p:extLst>
      <p:ext uri="{BB962C8B-B14F-4D97-AF65-F5344CB8AC3E}">
        <p14:creationId xmlns:p14="http://schemas.microsoft.com/office/powerpoint/2010/main" val="2972499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A24E51-EB94-D8F8-75A1-C09C2694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EDEBF9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當她默然向我看一眼 </a:t>
            </a:r>
          </a:p>
        </p:txBody>
      </p:sp>
    </p:spTree>
    <p:extLst>
      <p:ext uri="{BB962C8B-B14F-4D97-AF65-F5344CB8AC3E}">
        <p14:creationId xmlns:p14="http://schemas.microsoft.com/office/powerpoint/2010/main" val="174187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A24E51-EB94-D8F8-75A1-C09C2694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EDEBF9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她的愛觸動我心</a:t>
            </a:r>
          </a:p>
        </p:txBody>
      </p:sp>
    </p:spTree>
    <p:extLst>
      <p:ext uri="{BB962C8B-B14F-4D97-AF65-F5344CB8AC3E}">
        <p14:creationId xmlns:p14="http://schemas.microsoft.com/office/powerpoint/2010/main" val="653805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F8BE16-4B12-E068-5BE5-6CA7DB566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algn="l" rtl="0"/>
            <a:r>
              <a:rPr lang="zh-TW" altLang="en-US" sz="4800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跟你旁邊的人說</a:t>
            </a:r>
            <a:r>
              <a:rPr lang="zh-TW" altLang="en-US" sz="4800" dirty="0"/>
              <a:t>：</a:t>
            </a:r>
            <a:br>
              <a:rPr lang="en-US" altLang="zh-TW" sz="4800" dirty="0"/>
            </a:br>
            <a:r>
              <a:rPr lang="zh-TW" altLang="en-US" sz="5400" b="1" i="0" u="none" strike="noStrike" baseline="0" dirty="0">
                <a:solidFill>
                  <a:srgbClr val="FFD5D7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當你看耶穌一眼，就觸動祂的心哦</a:t>
            </a:r>
            <a:r>
              <a:rPr lang="en-US" altLang="zh-TW" sz="5400" b="1" i="0" u="none" strike="noStrike" baseline="0" dirty="0">
                <a:solidFill>
                  <a:srgbClr val="FFD5D7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!</a:t>
            </a:r>
            <a:endParaRPr lang="zh-TW" altLang="en-US" sz="5400" b="1" i="0" u="none" strike="noStrike" baseline="0" dirty="0">
              <a:solidFill>
                <a:srgbClr val="FFD5D7"/>
              </a:solidFill>
              <a:latin typeface="源泉圓體 B" panose="020B0800000000000000" pitchFamily="34" charset="-120"/>
              <a:ea typeface="源泉圓體 B" panose="020B08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73615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76BE57-244C-5ABE-E2FA-724022776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EDEBF9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這高貴新婦是我佳偶</a:t>
            </a:r>
          </a:p>
        </p:txBody>
      </p:sp>
    </p:spTree>
    <p:extLst>
      <p:ext uri="{BB962C8B-B14F-4D97-AF65-F5344CB8AC3E}">
        <p14:creationId xmlns:p14="http://schemas.microsoft.com/office/powerpoint/2010/main" val="1276714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7458A9-862A-02E1-395A-D4408AAB2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EDEBF9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如此驚人的美麗 是天父為我預備</a:t>
            </a:r>
          </a:p>
        </p:txBody>
      </p:sp>
    </p:spTree>
    <p:extLst>
      <p:ext uri="{BB962C8B-B14F-4D97-AF65-F5344CB8AC3E}">
        <p14:creationId xmlns:p14="http://schemas.microsoft.com/office/powerpoint/2010/main" val="656941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540739-150C-B598-8A71-7BB5C8779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EDEBF9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她的歌聲是 如此甜美</a:t>
            </a:r>
          </a:p>
        </p:txBody>
      </p:sp>
    </p:spTree>
    <p:extLst>
      <p:ext uri="{BB962C8B-B14F-4D97-AF65-F5344CB8AC3E}">
        <p14:creationId xmlns:p14="http://schemas.microsoft.com/office/powerpoint/2010/main" val="3396391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A24E51-EB94-D8F8-75A1-C09C2694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EDEBF9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當她默然向我看一眼 </a:t>
            </a:r>
          </a:p>
        </p:txBody>
      </p:sp>
    </p:spTree>
    <p:extLst>
      <p:ext uri="{BB962C8B-B14F-4D97-AF65-F5344CB8AC3E}">
        <p14:creationId xmlns:p14="http://schemas.microsoft.com/office/powerpoint/2010/main" val="2338480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A24E51-EB94-D8F8-75A1-C09C2694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EDEBF9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她的愛觸動我心</a:t>
            </a:r>
          </a:p>
        </p:txBody>
      </p:sp>
    </p:spTree>
    <p:extLst>
      <p:ext uri="{BB962C8B-B14F-4D97-AF65-F5344CB8AC3E}">
        <p14:creationId xmlns:p14="http://schemas.microsoft.com/office/powerpoint/2010/main" val="2433490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76BE57-244C-5ABE-E2FA-724022776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EDEBF9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這高貴新婦是我佳偶</a:t>
            </a:r>
          </a:p>
        </p:txBody>
      </p:sp>
    </p:spTree>
    <p:extLst>
      <p:ext uri="{BB962C8B-B14F-4D97-AF65-F5344CB8AC3E}">
        <p14:creationId xmlns:p14="http://schemas.microsoft.com/office/powerpoint/2010/main" val="3983098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7458A9-862A-02E1-395A-D4408AAB2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EDEBF9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如此驚人的美麗 是天父為我預備</a:t>
            </a:r>
          </a:p>
        </p:txBody>
      </p:sp>
    </p:spTree>
    <p:extLst>
      <p:ext uri="{BB962C8B-B14F-4D97-AF65-F5344CB8AC3E}">
        <p14:creationId xmlns:p14="http://schemas.microsoft.com/office/powerpoint/2010/main" val="3736538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540739-150C-B598-8A71-7BB5C8779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EDEBF9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她的歌聲是 如此甜美</a:t>
            </a:r>
          </a:p>
        </p:txBody>
      </p:sp>
    </p:spTree>
    <p:extLst>
      <p:ext uri="{BB962C8B-B14F-4D97-AF65-F5344CB8AC3E}">
        <p14:creationId xmlns:p14="http://schemas.microsoft.com/office/powerpoint/2010/main" val="2808655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A24E51-EB94-D8F8-75A1-C09C2694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EDEBF9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當她默然向我看一眼 </a:t>
            </a:r>
          </a:p>
        </p:txBody>
      </p:sp>
    </p:spTree>
    <p:extLst>
      <p:ext uri="{BB962C8B-B14F-4D97-AF65-F5344CB8AC3E}">
        <p14:creationId xmlns:p14="http://schemas.microsoft.com/office/powerpoint/2010/main" val="2280398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A24E51-EB94-D8F8-75A1-C09C2694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EDEBF9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她的愛觸動我心</a:t>
            </a:r>
          </a:p>
        </p:txBody>
      </p:sp>
    </p:spTree>
    <p:extLst>
      <p:ext uri="{BB962C8B-B14F-4D97-AF65-F5344CB8AC3E}">
        <p14:creationId xmlns:p14="http://schemas.microsoft.com/office/powerpoint/2010/main" val="3473646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108B82-5CAF-77B3-3765-D46B27433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我已尋得我心的摯愛</a:t>
            </a:r>
          </a:p>
        </p:txBody>
      </p:sp>
    </p:spTree>
    <p:extLst>
      <p:ext uri="{BB962C8B-B14F-4D97-AF65-F5344CB8AC3E}">
        <p14:creationId xmlns:p14="http://schemas.microsoft.com/office/powerpoint/2010/main" val="28692037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7B3EC7-1519-BD12-445E-AFD8BDD27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祂向我的熱情是 如此深深抓住我 </a:t>
            </a:r>
          </a:p>
        </p:txBody>
      </p:sp>
    </p:spTree>
    <p:extLst>
      <p:ext uri="{BB962C8B-B14F-4D97-AF65-F5344CB8AC3E}">
        <p14:creationId xmlns:p14="http://schemas.microsoft.com/office/powerpoint/2010/main" val="2857797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265D0B-2D20-4C39-4428-652EB9B28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深情的凝視 叫我傾迷</a:t>
            </a:r>
          </a:p>
        </p:txBody>
      </p:sp>
    </p:spTree>
    <p:extLst>
      <p:ext uri="{BB962C8B-B14F-4D97-AF65-F5344CB8AC3E}">
        <p14:creationId xmlns:p14="http://schemas.microsoft.com/office/powerpoint/2010/main" val="41742655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FBAADC-FBFF-6A60-545E-B7B76F184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祢的美麗奪了我心</a:t>
            </a:r>
          </a:p>
        </p:txBody>
      </p:sp>
    </p:spTree>
    <p:extLst>
      <p:ext uri="{BB962C8B-B14F-4D97-AF65-F5344CB8AC3E}">
        <p14:creationId xmlns:p14="http://schemas.microsoft.com/office/powerpoint/2010/main" val="2494158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FBAADC-FBFF-6A60-545E-B7B76F184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lvl="0" rtl="0"/>
            <a:r>
              <a:rPr lang="zh-TW" altLang="en-US" dirty="0"/>
              <a:t>怎能不全心注視祢</a:t>
            </a:r>
            <a:endParaRPr lang="zh-TW" altLang="en-US" b="0" i="0" u="none" strike="noStrike" baseline="0" dirty="0">
              <a:solidFill>
                <a:srgbClr val="FFFF00"/>
              </a:solidFill>
              <a:latin typeface="源泉圓體 B" panose="020B0800000000000000" pitchFamily="34" charset="-120"/>
              <a:ea typeface="源泉圓體 B" panose="020B08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49231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108B82-5CAF-77B3-3765-D46B27433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我已尋得我心的摯愛</a:t>
            </a:r>
          </a:p>
        </p:txBody>
      </p:sp>
    </p:spTree>
    <p:extLst>
      <p:ext uri="{BB962C8B-B14F-4D97-AF65-F5344CB8AC3E}">
        <p14:creationId xmlns:p14="http://schemas.microsoft.com/office/powerpoint/2010/main" val="1398967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7B3EC7-1519-BD12-445E-AFD8BDD27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祂向我的熱情是 如此深深抓住我 </a:t>
            </a:r>
          </a:p>
        </p:txBody>
      </p:sp>
    </p:spTree>
    <p:extLst>
      <p:ext uri="{BB962C8B-B14F-4D97-AF65-F5344CB8AC3E}">
        <p14:creationId xmlns:p14="http://schemas.microsoft.com/office/powerpoint/2010/main" val="19152477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265D0B-2D20-4C39-4428-652EB9B28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深情的凝視 叫我傾迷</a:t>
            </a:r>
          </a:p>
        </p:txBody>
      </p:sp>
    </p:spTree>
    <p:extLst>
      <p:ext uri="{BB962C8B-B14F-4D97-AF65-F5344CB8AC3E}">
        <p14:creationId xmlns:p14="http://schemas.microsoft.com/office/powerpoint/2010/main" val="25105874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FBAADC-FBFF-6A60-545E-B7B76F184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祢的美麗奪了我心</a:t>
            </a:r>
          </a:p>
        </p:txBody>
      </p:sp>
    </p:spTree>
    <p:extLst>
      <p:ext uri="{BB962C8B-B14F-4D97-AF65-F5344CB8AC3E}">
        <p14:creationId xmlns:p14="http://schemas.microsoft.com/office/powerpoint/2010/main" val="192303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FBAADC-FBFF-6A60-545E-B7B76F184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lvl="0" rtl="0"/>
            <a:r>
              <a:rPr lang="zh-TW" altLang="en-US" dirty="0"/>
              <a:t>怎能不全心注視祢</a:t>
            </a:r>
            <a:endParaRPr lang="zh-TW" altLang="en-US" b="0" i="0" u="none" strike="noStrike" baseline="0" dirty="0">
              <a:solidFill>
                <a:srgbClr val="FFFF00"/>
              </a:solidFill>
              <a:latin typeface="源泉圓體 B" panose="020B0800000000000000" pitchFamily="34" charset="-120"/>
              <a:ea typeface="源泉圓體 B" panose="020B08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07096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96C452-949C-F9B1-0EE0-A7A69A2FF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祢愛 像一團烈火</a:t>
            </a:r>
          </a:p>
        </p:txBody>
      </p:sp>
    </p:spTree>
    <p:extLst>
      <p:ext uri="{BB962C8B-B14F-4D97-AF65-F5344CB8AC3E}">
        <p14:creationId xmlns:p14="http://schemas.microsoft.com/office/powerpoint/2010/main" val="26801601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763431-94F7-8072-8D62-69F6681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每當一提到祢的名</a:t>
            </a:r>
          </a:p>
        </p:txBody>
      </p:sp>
    </p:spTree>
    <p:extLst>
      <p:ext uri="{BB962C8B-B14F-4D97-AF65-F5344CB8AC3E}">
        <p14:creationId xmlns:p14="http://schemas.microsoft.com/office/powerpoint/2010/main" val="21176691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469EA8-D835-4971-E99C-CCD8301E5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我的心就火熱地 燃起來</a:t>
            </a:r>
          </a:p>
        </p:txBody>
      </p:sp>
    </p:spTree>
    <p:extLst>
      <p:ext uri="{BB962C8B-B14F-4D97-AF65-F5344CB8AC3E}">
        <p14:creationId xmlns:p14="http://schemas.microsoft.com/office/powerpoint/2010/main" val="27617277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7DE12E-FF9C-6943-8B82-BDE85C417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祢愛 像一團烈火</a:t>
            </a:r>
          </a:p>
        </p:txBody>
      </p:sp>
    </p:spTree>
    <p:extLst>
      <p:ext uri="{BB962C8B-B14F-4D97-AF65-F5344CB8AC3E}">
        <p14:creationId xmlns:p14="http://schemas.microsoft.com/office/powerpoint/2010/main" val="2178961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73B7C0-703F-34FA-3865-2321F64C2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我終日都在思念祢 </a:t>
            </a:r>
          </a:p>
        </p:txBody>
      </p:sp>
    </p:spTree>
    <p:extLst>
      <p:ext uri="{BB962C8B-B14F-4D97-AF65-F5344CB8AC3E}">
        <p14:creationId xmlns:p14="http://schemas.microsoft.com/office/powerpoint/2010/main" val="25734342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73B7C0-703F-34FA-3865-2321F64C2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祢驚人美麗叫我屏息</a:t>
            </a:r>
          </a:p>
        </p:txBody>
      </p:sp>
    </p:spTree>
    <p:extLst>
      <p:ext uri="{BB962C8B-B14F-4D97-AF65-F5344CB8AC3E}">
        <p14:creationId xmlns:p14="http://schemas.microsoft.com/office/powerpoint/2010/main" val="37622893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96C452-949C-F9B1-0EE0-A7A69A2FF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祢愛 像一團烈火</a:t>
            </a:r>
          </a:p>
        </p:txBody>
      </p:sp>
    </p:spTree>
    <p:extLst>
      <p:ext uri="{BB962C8B-B14F-4D97-AF65-F5344CB8AC3E}">
        <p14:creationId xmlns:p14="http://schemas.microsoft.com/office/powerpoint/2010/main" val="2880649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763431-94F7-8072-8D62-69F6681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每當一提到祢的名</a:t>
            </a:r>
          </a:p>
        </p:txBody>
      </p:sp>
    </p:spTree>
    <p:extLst>
      <p:ext uri="{BB962C8B-B14F-4D97-AF65-F5344CB8AC3E}">
        <p14:creationId xmlns:p14="http://schemas.microsoft.com/office/powerpoint/2010/main" val="41582877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469EA8-D835-4971-E99C-CCD8301E5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我的心就火熱地 燃起來</a:t>
            </a:r>
          </a:p>
        </p:txBody>
      </p:sp>
    </p:spTree>
    <p:extLst>
      <p:ext uri="{BB962C8B-B14F-4D97-AF65-F5344CB8AC3E}">
        <p14:creationId xmlns:p14="http://schemas.microsoft.com/office/powerpoint/2010/main" val="13947018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7DE12E-FF9C-6943-8B82-BDE85C417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祢愛 像一團烈火</a:t>
            </a:r>
          </a:p>
        </p:txBody>
      </p:sp>
    </p:spTree>
    <p:extLst>
      <p:ext uri="{BB962C8B-B14F-4D97-AF65-F5344CB8AC3E}">
        <p14:creationId xmlns:p14="http://schemas.microsoft.com/office/powerpoint/2010/main" val="2381505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73B7C0-703F-34FA-3865-2321F64C2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我終日都在思念祢 </a:t>
            </a:r>
          </a:p>
        </p:txBody>
      </p:sp>
    </p:spTree>
    <p:extLst>
      <p:ext uri="{BB962C8B-B14F-4D97-AF65-F5344CB8AC3E}">
        <p14:creationId xmlns:p14="http://schemas.microsoft.com/office/powerpoint/2010/main" val="3144731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73B7C0-703F-34FA-3865-2321F64C2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祢驚人美麗叫我屏息</a:t>
            </a:r>
          </a:p>
        </p:txBody>
      </p:sp>
    </p:spTree>
    <p:extLst>
      <p:ext uri="{BB962C8B-B14F-4D97-AF65-F5344CB8AC3E}">
        <p14:creationId xmlns:p14="http://schemas.microsoft.com/office/powerpoint/2010/main" val="41038301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43A42F-274C-4F82-BF51-EF58AC302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愛火燃燒</a:t>
            </a:r>
          </a:p>
        </p:txBody>
      </p:sp>
    </p:spTree>
    <p:extLst>
      <p:ext uri="{BB962C8B-B14F-4D97-AF65-F5344CB8AC3E}">
        <p14:creationId xmlns:p14="http://schemas.microsoft.com/office/powerpoint/2010/main" val="26626368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7207894B-54D0-4EA9-809D-C795216AF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41F340FC-5F6B-40B3-8543-339657F71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263110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9F643399-261F-2D00-3CEA-D87D27656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12FCB48-4CF7-807B-5992-CBB1E80EB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OH~ OH~</a:t>
            </a:r>
            <a:br>
              <a:rPr lang="en-US" altLang="zh-TW" dirty="0"/>
            </a:br>
            <a:r>
              <a:rPr lang="en-US" altLang="zh-TW" sz="4800" dirty="0"/>
              <a:t>(x2)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503442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96C452-949C-F9B1-0EE0-A7A69A2FF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祢愛 像一團烈火</a:t>
            </a:r>
          </a:p>
        </p:txBody>
      </p:sp>
    </p:spTree>
    <p:extLst>
      <p:ext uri="{BB962C8B-B14F-4D97-AF65-F5344CB8AC3E}">
        <p14:creationId xmlns:p14="http://schemas.microsoft.com/office/powerpoint/2010/main" val="14400290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763431-94F7-8072-8D62-69F6681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每當一提到祢的名</a:t>
            </a:r>
          </a:p>
        </p:txBody>
      </p:sp>
    </p:spTree>
    <p:extLst>
      <p:ext uri="{BB962C8B-B14F-4D97-AF65-F5344CB8AC3E}">
        <p14:creationId xmlns:p14="http://schemas.microsoft.com/office/powerpoint/2010/main" val="28768577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469EA8-D835-4971-E99C-CCD8301E5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我的心就火熱地 燃起來</a:t>
            </a:r>
          </a:p>
        </p:txBody>
      </p:sp>
    </p:spTree>
    <p:extLst>
      <p:ext uri="{BB962C8B-B14F-4D97-AF65-F5344CB8AC3E}">
        <p14:creationId xmlns:p14="http://schemas.microsoft.com/office/powerpoint/2010/main" val="35297338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7DE12E-FF9C-6943-8B82-BDE85C417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祢愛 像一團烈火</a:t>
            </a:r>
          </a:p>
        </p:txBody>
      </p:sp>
    </p:spTree>
    <p:extLst>
      <p:ext uri="{BB962C8B-B14F-4D97-AF65-F5344CB8AC3E}">
        <p14:creationId xmlns:p14="http://schemas.microsoft.com/office/powerpoint/2010/main" val="25884905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73B7C0-703F-34FA-3865-2321F64C2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我終日都在思念祢 </a:t>
            </a:r>
          </a:p>
        </p:txBody>
      </p:sp>
    </p:spTree>
    <p:extLst>
      <p:ext uri="{BB962C8B-B14F-4D97-AF65-F5344CB8AC3E}">
        <p14:creationId xmlns:p14="http://schemas.microsoft.com/office/powerpoint/2010/main" val="41993627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73B7C0-703F-34FA-3865-2321F64C2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祢驚人美麗叫我屏息</a:t>
            </a:r>
          </a:p>
        </p:txBody>
      </p:sp>
    </p:spTree>
    <p:extLst>
      <p:ext uri="{BB962C8B-B14F-4D97-AF65-F5344CB8AC3E}">
        <p14:creationId xmlns:p14="http://schemas.microsoft.com/office/powerpoint/2010/main" val="3067865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96C452-949C-F9B1-0EE0-A7A69A2FF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祢愛 像一團烈火</a:t>
            </a:r>
          </a:p>
        </p:txBody>
      </p:sp>
    </p:spTree>
    <p:extLst>
      <p:ext uri="{BB962C8B-B14F-4D97-AF65-F5344CB8AC3E}">
        <p14:creationId xmlns:p14="http://schemas.microsoft.com/office/powerpoint/2010/main" val="4511273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763431-94F7-8072-8D62-69F66817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每當一提到祢的名</a:t>
            </a:r>
          </a:p>
        </p:txBody>
      </p:sp>
    </p:spTree>
    <p:extLst>
      <p:ext uri="{BB962C8B-B14F-4D97-AF65-F5344CB8AC3E}">
        <p14:creationId xmlns:p14="http://schemas.microsoft.com/office/powerpoint/2010/main" val="19407351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469EA8-D835-4971-E99C-CCD8301E5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我的心就火熱地 燃起來</a:t>
            </a:r>
          </a:p>
        </p:txBody>
      </p:sp>
    </p:spTree>
    <p:extLst>
      <p:ext uri="{BB962C8B-B14F-4D97-AF65-F5344CB8AC3E}">
        <p14:creationId xmlns:p14="http://schemas.microsoft.com/office/powerpoint/2010/main" val="1160698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7DE12E-FF9C-6943-8B82-BDE85C417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祢愛 像一團烈火</a:t>
            </a:r>
          </a:p>
        </p:txBody>
      </p:sp>
    </p:spTree>
    <p:extLst>
      <p:ext uri="{BB962C8B-B14F-4D97-AF65-F5344CB8AC3E}">
        <p14:creationId xmlns:p14="http://schemas.microsoft.com/office/powerpoint/2010/main" val="14475327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73B7C0-703F-34FA-3865-2321F64C2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我終日都在思念祢 </a:t>
            </a:r>
          </a:p>
        </p:txBody>
      </p:sp>
    </p:spTree>
    <p:extLst>
      <p:ext uri="{BB962C8B-B14F-4D97-AF65-F5344CB8AC3E}">
        <p14:creationId xmlns:p14="http://schemas.microsoft.com/office/powerpoint/2010/main" val="26988221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73B7C0-703F-34FA-3865-2321F64C2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祢驚人美麗叫我屏息</a:t>
            </a:r>
          </a:p>
        </p:txBody>
      </p:sp>
    </p:spTree>
    <p:extLst>
      <p:ext uri="{BB962C8B-B14F-4D97-AF65-F5344CB8AC3E}">
        <p14:creationId xmlns:p14="http://schemas.microsoft.com/office/powerpoint/2010/main" val="42390581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D4928D7-26DE-73E3-A954-0C7930DF7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(x4)</a:t>
            </a:r>
            <a:endParaRPr lang="zh-TW" altLang="en-US" dirty="0">
              <a:solidFill>
                <a:srgbClr val="FFFF00"/>
              </a:solidFill>
              <a:latin typeface="源泉圓體 B" panose="020B0800000000000000" pitchFamily="34" charset="-120"/>
              <a:ea typeface="源泉圓體 B" panose="020B0800000000000000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E43A42F-274C-4F82-BF51-EF58AC302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愛火燃燒 </a:t>
            </a:r>
            <a:r>
              <a:rPr lang="zh-TW" altLang="en-US" dirty="0"/>
              <a:t>愛火燃燒</a:t>
            </a:r>
            <a:endParaRPr lang="zh-TW" altLang="en-US" b="1" i="0" u="none" strike="noStrike" baseline="0" dirty="0">
              <a:solidFill>
                <a:srgbClr val="FFFF00"/>
              </a:solidFill>
              <a:latin typeface="源泉圓體 B" panose="020B0800000000000000" pitchFamily="34" charset="-120"/>
              <a:ea typeface="源泉圓體 B" panose="020B08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575661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08B6D19C-586F-5E59-6189-3706A7C00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A0D348C8-F8F2-BC4C-7EF0-62FD5F68F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580084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3742E5-9596-0EA8-0147-2A389D76D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zh-TW" altLang="en-US" dirty="0"/>
              <a:t>逆流而上 逆風前進</a:t>
            </a:r>
          </a:p>
        </p:txBody>
      </p:sp>
    </p:spTree>
    <p:extLst>
      <p:ext uri="{BB962C8B-B14F-4D97-AF65-F5344CB8AC3E}">
        <p14:creationId xmlns:p14="http://schemas.microsoft.com/office/powerpoint/2010/main" val="12769287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AC8719-925B-34AF-758F-5A4A38DE3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小看艱難的環境</a:t>
            </a:r>
          </a:p>
        </p:txBody>
      </p:sp>
    </p:spTree>
    <p:extLst>
      <p:ext uri="{BB962C8B-B14F-4D97-AF65-F5344CB8AC3E}">
        <p14:creationId xmlns:p14="http://schemas.microsoft.com/office/powerpoint/2010/main" val="13288576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A0D3DA-61E7-C310-C7CE-DC8F78A8E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隨著波逐流 不是我本性</a:t>
            </a:r>
          </a:p>
        </p:txBody>
      </p:sp>
    </p:spTree>
    <p:extLst>
      <p:ext uri="{BB962C8B-B14F-4D97-AF65-F5344CB8AC3E}">
        <p14:creationId xmlns:p14="http://schemas.microsoft.com/office/powerpoint/2010/main" val="463535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D870E6-9A8D-1705-6B90-B18CCA98A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逆轉之戰 逆勢反彈</a:t>
            </a:r>
          </a:p>
        </p:txBody>
      </p:sp>
    </p:spTree>
    <p:extLst>
      <p:ext uri="{BB962C8B-B14F-4D97-AF65-F5344CB8AC3E}">
        <p14:creationId xmlns:p14="http://schemas.microsoft.com/office/powerpoint/2010/main" val="291145748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0B7EB5-C7E8-8838-EB7C-C27B355FE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無視地球的重力</a:t>
            </a:r>
          </a:p>
        </p:txBody>
      </p:sp>
    </p:spTree>
    <p:extLst>
      <p:ext uri="{BB962C8B-B14F-4D97-AF65-F5344CB8AC3E}">
        <p14:creationId xmlns:p14="http://schemas.microsoft.com/office/powerpoint/2010/main" val="599521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89FBA8-CFF6-7D66-36DB-6831F9D6C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倚靠祢掙脫  挫敗的壓力</a:t>
            </a:r>
          </a:p>
        </p:txBody>
      </p:sp>
    </p:spTree>
    <p:extLst>
      <p:ext uri="{BB962C8B-B14F-4D97-AF65-F5344CB8AC3E}">
        <p14:creationId xmlns:p14="http://schemas.microsoft.com/office/powerpoint/2010/main" val="193403630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1AA83B-3F00-15A8-9D43-35D3642A9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逆著風 向前進</a:t>
            </a:r>
          </a:p>
        </p:txBody>
      </p:sp>
    </p:spTree>
    <p:extLst>
      <p:ext uri="{BB962C8B-B14F-4D97-AF65-F5344CB8AC3E}">
        <p14:creationId xmlns:p14="http://schemas.microsoft.com/office/powerpoint/2010/main" val="18409681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EDCF4E-E54F-2CAC-FE79-B2A9FCA25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只因祢 與我同行</a:t>
            </a:r>
          </a:p>
        </p:txBody>
      </p:sp>
    </p:spTree>
    <p:extLst>
      <p:ext uri="{BB962C8B-B14F-4D97-AF65-F5344CB8AC3E}">
        <p14:creationId xmlns:p14="http://schemas.microsoft.com/office/powerpoint/2010/main" val="123944392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5E2018-88D6-8D31-CD79-A5BF8AC41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這一局 全在祢手裡</a:t>
            </a:r>
          </a:p>
        </p:txBody>
      </p:sp>
    </p:spTree>
    <p:extLst>
      <p:ext uri="{BB962C8B-B14F-4D97-AF65-F5344CB8AC3E}">
        <p14:creationId xmlns:p14="http://schemas.microsoft.com/office/powerpoint/2010/main" val="303202776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F1D0386-03E3-1AD5-C862-7517A1DB7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這是我的逆襲</a:t>
            </a:r>
          </a:p>
        </p:txBody>
      </p:sp>
    </p:spTree>
    <p:extLst>
      <p:ext uri="{BB962C8B-B14F-4D97-AF65-F5344CB8AC3E}">
        <p14:creationId xmlns:p14="http://schemas.microsoft.com/office/powerpoint/2010/main" val="259037239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45CBB8-C8EB-E9AA-E613-81CBA0121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Oh </a:t>
            </a:r>
            <a:r>
              <a:rPr lang="en-US" altLang="zh-TW" i="0" u="none" strike="noStrike" baseline="0" dirty="0" err="1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oh</a:t>
            </a:r>
            <a:r>
              <a:rPr lang="en-US" altLang="zh-TW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 </a:t>
            </a:r>
            <a:r>
              <a:rPr lang="en-US" altLang="zh-TW" i="0" u="none" strike="noStrike" baseline="0" dirty="0" err="1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oh</a:t>
            </a:r>
            <a:r>
              <a:rPr lang="en-US" altLang="zh-TW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 </a:t>
            </a:r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在逆境中前進</a:t>
            </a:r>
          </a:p>
        </p:txBody>
      </p:sp>
    </p:spTree>
    <p:extLst>
      <p:ext uri="{BB962C8B-B14F-4D97-AF65-F5344CB8AC3E}">
        <p14:creationId xmlns:p14="http://schemas.microsoft.com/office/powerpoint/2010/main" val="375740984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115181-7F0E-7B8E-A9A2-ED30F7B9B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Oh </a:t>
            </a:r>
            <a:r>
              <a:rPr lang="en-US" altLang="zh-TW" i="0" u="none" strike="noStrike" baseline="0" dirty="0" err="1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oh</a:t>
            </a:r>
            <a:r>
              <a:rPr lang="en-US" altLang="zh-TW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 </a:t>
            </a:r>
            <a:r>
              <a:rPr lang="en-US" altLang="zh-TW" i="0" u="none" strike="noStrike" baseline="0" dirty="0" err="1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oh</a:t>
            </a:r>
            <a:r>
              <a:rPr lang="en-US" altLang="zh-TW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 </a:t>
            </a:r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我呼喊耶穌的名</a:t>
            </a:r>
          </a:p>
        </p:txBody>
      </p:sp>
    </p:spTree>
    <p:extLst>
      <p:ext uri="{BB962C8B-B14F-4D97-AF65-F5344CB8AC3E}">
        <p14:creationId xmlns:p14="http://schemas.microsoft.com/office/powerpoint/2010/main" val="126166883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76A24F-C1DF-EE24-12E4-FF1E9AAF7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zh-CN" altLang="en-US" dirty="0"/>
              <a:t>不可能的事 全向祢屈膝</a:t>
            </a:r>
          </a:p>
        </p:txBody>
      </p:sp>
    </p:spTree>
    <p:extLst>
      <p:ext uri="{BB962C8B-B14F-4D97-AF65-F5344CB8AC3E}">
        <p14:creationId xmlns:p14="http://schemas.microsoft.com/office/powerpoint/2010/main" val="55102719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1A0CEC8-50BC-4658-00AB-448D2696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我得勝的旌旗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6706949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775FF7-776F-BDFC-8409-66D7861BB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/>
            <a:r>
              <a:rPr lang="en-US" altLang="zh-TW" dirty="0"/>
              <a:t>Oh </a:t>
            </a:r>
            <a:r>
              <a:rPr lang="en-US" altLang="zh-TW" dirty="0" err="1"/>
              <a:t>oh</a:t>
            </a:r>
            <a:r>
              <a:rPr lang="en-US" altLang="zh-TW" dirty="0"/>
              <a:t> </a:t>
            </a:r>
            <a:r>
              <a:rPr lang="en-US" altLang="zh-TW" dirty="0" err="1"/>
              <a:t>oh</a:t>
            </a:r>
            <a:r>
              <a:rPr lang="en-US" altLang="zh-TW" dirty="0"/>
              <a:t> </a:t>
            </a:r>
            <a:r>
              <a:rPr lang="zh-TW" altLang="en-US" dirty="0"/>
              <a:t>在逆境中前進</a:t>
            </a:r>
          </a:p>
        </p:txBody>
      </p:sp>
    </p:spTree>
    <p:extLst>
      <p:ext uri="{BB962C8B-B14F-4D97-AF65-F5344CB8AC3E}">
        <p14:creationId xmlns:p14="http://schemas.microsoft.com/office/powerpoint/2010/main" val="378770203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EF5F6F-7472-3361-51F7-2477A4180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Oh </a:t>
            </a:r>
            <a:r>
              <a:rPr lang="en-US" altLang="zh-TW" dirty="0" err="1"/>
              <a:t>oh</a:t>
            </a:r>
            <a:r>
              <a:rPr lang="en-US" altLang="zh-TW" dirty="0"/>
              <a:t> </a:t>
            </a:r>
            <a:r>
              <a:rPr lang="en-US" altLang="zh-TW" dirty="0" err="1"/>
              <a:t>oh</a:t>
            </a:r>
            <a:r>
              <a:rPr lang="en-US" altLang="zh-TW" dirty="0"/>
              <a:t> </a:t>
            </a:r>
            <a:r>
              <a:rPr lang="zh-TW" altLang="en-US" dirty="0"/>
              <a:t>我呼喊耶穌的名</a:t>
            </a:r>
          </a:p>
        </p:txBody>
      </p:sp>
    </p:spTree>
    <p:extLst>
      <p:ext uri="{BB962C8B-B14F-4D97-AF65-F5344CB8AC3E}">
        <p14:creationId xmlns:p14="http://schemas.microsoft.com/office/powerpoint/2010/main" val="356797692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AE0F87-F9DE-937F-DD47-995A383D7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我得勝有餘 都因祢聖名</a:t>
            </a:r>
          </a:p>
        </p:txBody>
      </p:sp>
    </p:spTree>
    <p:extLst>
      <p:ext uri="{BB962C8B-B14F-4D97-AF65-F5344CB8AC3E}">
        <p14:creationId xmlns:p14="http://schemas.microsoft.com/office/powerpoint/2010/main" val="328877737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D870E6-9A8D-1705-6B90-B18CCA98A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逆轉之戰 逆勢反彈</a:t>
            </a:r>
          </a:p>
        </p:txBody>
      </p:sp>
    </p:spTree>
    <p:extLst>
      <p:ext uri="{BB962C8B-B14F-4D97-AF65-F5344CB8AC3E}">
        <p14:creationId xmlns:p14="http://schemas.microsoft.com/office/powerpoint/2010/main" val="309020127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0B7EB5-C7E8-8838-EB7C-C27B355FE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無視地球的重力</a:t>
            </a:r>
          </a:p>
        </p:txBody>
      </p:sp>
    </p:spTree>
    <p:extLst>
      <p:ext uri="{BB962C8B-B14F-4D97-AF65-F5344CB8AC3E}">
        <p14:creationId xmlns:p14="http://schemas.microsoft.com/office/powerpoint/2010/main" val="325401099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89FBA8-CFF6-7D66-36DB-6831F9D6C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倚靠祢掙脫  挫敗的壓力</a:t>
            </a:r>
          </a:p>
        </p:txBody>
      </p:sp>
    </p:spTree>
    <p:extLst>
      <p:ext uri="{BB962C8B-B14F-4D97-AF65-F5344CB8AC3E}">
        <p14:creationId xmlns:p14="http://schemas.microsoft.com/office/powerpoint/2010/main" val="158757348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1AA83B-3F00-15A8-9D43-35D3642A9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逆著風 向前進</a:t>
            </a:r>
          </a:p>
        </p:txBody>
      </p:sp>
    </p:spTree>
    <p:extLst>
      <p:ext uri="{BB962C8B-B14F-4D97-AF65-F5344CB8AC3E}">
        <p14:creationId xmlns:p14="http://schemas.microsoft.com/office/powerpoint/2010/main" val="248492936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EDCF4E-E54F-2CAC-FE79-B2A9FCA25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只因祢 與我同行</a:t>
            </a:r>
          </a:p>
        </p:txBody>
      </p:sp>
    </p:spTree>
    <p:extLst>
      <p:ext uri="{BB962C8B-B14F-4D97-AF65-F5344CB8AC3E}">
        <p14:creationId xmlns:p14="http://schemas.microsoft.com/office/powerpoint/2010/main" val="378845892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5E2018-88D6-8D31-CD79-A5BF8AC41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這一局 全在祢手裡</a:t>
            </a:r>
          </a:p>
        </p:txBody>
      </p:sp>
    </p:spTree>
    <p:extLst>
      <p:ext uri="{BB962C8B-B14F-4D97-AF65-F5344CB8AC3E}">
        <p14:creationId xmlns:p14="http://schemas.microsoft.com/office/powerpoint/2010/main" val="220001263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F1D0386-03E3-1AD5-C862-7517A1DB7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這是我的逆襲</a:t>
            </a:r>
          </a:p>
        </p:txBody>
      </p:sp>
    </p:spTree>
    <p:extLst>
      <p:ext uri="{BB962C8B-B14F-4D97-AF65-F5344CB8AC3E}">
        <p14:creationId xmlns:p14="http://schemas.microsoft.com/office/powerpoint/2010/main" val="9287731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45CBB8-C8EB-E9AA-E613-81CBA0121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Oh </a:t>
            </a:r>
            <a:r>
              <a:rPr lang="en-US" altLang="zh-TW" i="0" u="none" strike="noStrike" baseline="0" dirty="0" err="1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oh</a:t>
            </a:r>
            <a:r>
              <a:rPr lang="en-US" altLang="zh-TW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 </a:t>
            </a:r>
            <a:r>
              <a:rPr lang="en-US" altLang="zh-TW" i="0" u="none" strike="noStrike" baseline="0" dirty="0" err="1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oh</a:t>
            </a:r>
            <a:r>
              <a:rPr lang="en-US" altLang="zh-TW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 </a:t>
            </a:r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在逆境中前進</a:t>
            </a:r>
          </a:p>
        </p:txBody>
      </p:sp>
    </p:spTree>
    <p:extLst>
      <p:ext uri="{BB962C8B-B14F-4D97-AF65-F5344CB8AC3E}">
        <p14:creationId xmlns:p14="http://schemas.microsoft.com/office/powerpoint/2010/main" val="28816267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115181-7F0E-7B8E-A9A2-ED30F7B9B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Oh </a:t>
            </a:r>
            <a:r>
              <a:rPr lang="en-US" altLang="zh-TW" i="0" u="none" strike="noStrike" baseline="0" dirty="0" err="1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oh</a:t>
            </a:r>
            <a:r>
              <a:rPr lang="en-US" altLang="zh-TW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 </a:t>
            </a:r>
            <a:r>
              <a:rPr lang="en-US" altLang="zh-TW" i="0" u="none" strike="noStrike" baseline="0" dirty="0" err="1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oh</a:t>
            </a:r>
            <a:r>
              <a:rPr lang="en-US" altLang="zh-TW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 </a:t>
            </a:r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我呼喊耶穌的名</a:t>
            </a:r>
          </a:p>
        </p:txBody>
      </p:sp>
    </p:spTree>
    <p:extLst>
      <p:ext uri="{BB962C8B-B14F-4D97-AF65-F5344CB8AC3E}">
        <p14:creationId xmlns:p14="http://schemas.microsoft.com/office/powerpoint/2010/main" val="313135474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76A24F-C1DF-EE24-12E4-FF1E9AAF7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不可能的事 全向祢屈膝</a:t>
            </a:r>
          </a:p>
        </p:txBody>
      </p:sp>
    </p:spTree>
    <p:extLst>
      <p:ext uri="{BB962C8B-B14F-4D97-AF65-F5344CB8AC3E}">
        <p14:creationId xmlns:p14="http://schemas.microsoft.com/office/powerpoint/2010/main" val="280804625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1A0CEC8-50BC-4658-00AB-448D2696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我得勝的旌旗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3429233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775FF7-776F-BDFC-8409-66D7861BB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/>
            <a:r>
              <a:rPr lang="en-US" altLang="zh-TW" dirty="0"/>
              <a:t>Oh </a:t>
            </a:r>
            <a:r>
              <a:rPr lang="en-US" altLang="zh-TW" dirty="0" err="1"/>
              <a:t>oh</a:t>
            </a:r>
            <a:r>
              <a:rPr lang="en-US" altLang="zh-TW" dirty="0"/>
              <a:t> </a:t>
            </a:r>
            <a:r>
              <a:rPr lang="en-US" altLang="zh-TW" dirty="0" err="1"/>
              <a:t>oh</a:t>
            </a:r>
            <a:r>
              <a:rPr lang="en-US" altLang="zh-TW" dirty="0"/>
              <a:t> </a:t>
            </a:r>
            <a:r>
              <a:rPr lang="zh-TW" altLang="en-US" dirty="0"/>
              <a:t>在逆境中前進</a:t>
            </a:r>
          </a:p>
        </p:txBody>
      </p:sp>
    </p:spTree>
    <p:extLst>
      <p:ext uri="{BB962C8B-B14F-4D97-AF65-F5344CB8AC3E}">
        <p14:creationId xmlns:p14="http://schemas.microsoft.com/office/powerpoint/2010/main" val="252767380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EF5F6F-7472-3361-51F7-2477A4180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Oh </a:t>
            </a:r>
            <a:r>
              <a:rPr lang="en-US" altLang="zh-TW" i="0" u="none" strike="noStrike" baseline="0" dirty="0" err="1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oh</a:t>
            </a:r>
            <a:r>
              <a:rPr lang="en-US" altLang="zh-TW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 </a:t>
            </a:r>
            <a:r>
              <a:rPr lang="en-US" altLang="zh-TW" i="0" u="none" strike="noStrike" baseline="0" dirty="0" err="1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oh</a:t>
            </a:r>
            <a:r>
              <a:rPr lang="en-US" altLang="zh-TW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 </a:t>
            </a:r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我呼喊耶穌的名</a:t>
            </a:r>
          </a:p>
        </p:txBody>
      </p:sp>
    </p:spTree>
    <p:extLst>
      <p:ext uri="{BB962C8B-B14F-4D97-AF65-F5344CB8AC3E}">
        <p14:creationId xmlns:p14="http://schemas.microsoft.com/office/powerpoint/2010/main" val="28138149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AE0F87-F9DE-937F-DD47-995A383D7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我得勝有餘 都因祢聖名</a:t>
            </a:r>
          </a:p>
        </p:txBody>
      </p:sp>
    </p:spTree>
    <p:extLst>
      <p:ext uri="{BB962C8B-B14F-4D97-AF65-F5344CB8AC3E}">
        <p14:creationId xmlns:p14="http://schemas.microsoft.com/office/powerpoint/2010/main" val="77714856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C4F7DF-BFA5-B08A-68AC-216F4104B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世界太多聲音 </a:t>
            </a:r>
            <a:r>
              <a:rPr kumimoji="0" lang="zh-TW" altLang="zh-TW" sz="6000" i="0" u="none" strike="noStrike" kern="1200" cap="none" spc="350" normalizeH="0" baseline="0" dirty="0">
                <a:ln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源泉圓體 B" panose="020B0800000000000000" pitchFamily="34" charset="-120"/>
                <a:ea typeface="源泉圓體 B" panose="020B0800000000000000" pitchFamily="34" charset="-120"/>
                <a:cs typeface="+mj-cs"/>
              </a:rPr>
              <a:t>意圖使我膽怯戰競</a:t>
            </a:r>
            <a:endParaRPr lang="zh-TW" altLang="en-US" i="0" u="none" strike="noStrike" baseline="0" dirty="0">
              <a:solidFill>
                <a:srgbClr val="FFFF00"/>
              </a:solidFill>
              <a:latin typeface="源泉圓體 B" panose="020B0800000000000000" pitchFamily="34" charset="-120"/>
              <a:ea typeface="源泉圓體 B" panose="020B08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8144902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99E7A3-39F7-97A9-9CA1-6DBFDF126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祢卻讓逆風為我 </a:t>
            </a:r>
            <a:r>
              <a:rPr lang="zh-TW" altLang="en-US" dirty="0"/>
              <a:t>生命的剛強效力</a:t>
            </a:r>
            <a:endParaRPr lang="zh-TW" altLang="en-US" i="0" u="none" strike="noStrike" baseline="0" dirty="0">
              <a:solidFill>
                <a:srgbClr val="FFFF00"/>
              </a:solidFill>
              <a:latin typeface="源泉圓體 B" panose="020B0800000000000000" pitchFamily="34" charset="-120"/>
              <a:ea typeface="源泉圓體 B" panose="020B08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5757909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1AA83B-3F00-15A8-9D43-35D3642A9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逆著風 向前進</a:t>
            </a:r>
          </a:p>
        </p:txBody>
      </p:sp>
    </p:spTree>
    <p:extLst>
      <p:ext uri="{BB962C8B-B14F-4D97-AF65-F5344CB8AC3E}">
        <p14:creationId xmlns:p14="http://schemas.microsoft.com/office/powerpoint/2010/main" val="104390814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EDCF4E-E54F-2CAC-FE79-B2A9FCA25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只因祢 與我同行</a:t>
            </a:r>
          </a:p>
        </p:txBody>
      </p:sp>
    </p:spTree>
    <p:extLst>
      <p:ext uri="{BB962C8B-B14F-4D97-AF65-F5344CB8AC3E}">
        <p14:creationId xmlns:p14="http://schemas.microsoft.com/office/powerpoint/2010/main" val="84887478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5E2018-88D6-8D31-CD79-A5BF8AC41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這一局 全在祢手裡</a:t>
            </a:r>
          </a:p>
        </p:txBody>
      </p:sp>
    </p:spTree>
    <p:extLst>
      <p:ext uri="{BB962C8B-B14F-4D97-AF65-F5344CB8AC3E}">
        <p14:creationId xmlns:p14="http://schemas.microsoft.com/office/powerpoint/2010/main" val="312667760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1AA83B-3F00-15A8-9D43-35D3642A9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逆著風 向前進</a:t>
            </a:r>
          </a:p>
        </p:txBody>
      </p:sp>
    </p:spTree>
    <p:extLst>
      <p:ext uri="{BB962C8B-B14F-4D97-AF65-F5344CB8AC3E}">
        <p14:creationId xmlns:p14="http://schemas.microsoft.com/office/powerpoint/2010/main" val="421330646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EDCF4E-E54F-2CAC-FE79-B2A9FCA25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只因祢 與我同行</a:t>
            </a:r>
          </a:p>
        </p:txBody>
      </p:sp>
    </p:spTree>
    <p:extLst>
      <p:ext uri="{BB962C8B-B14F-4D97-AF65-F5344CB8AC3E}">
        <p14:creationId xmlns:p14="http://schemas.microsoft.com/office/powerpoint/2010/main" val="420171448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5E2018-88D6-8D31-CD79-A5BF8AC41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這一局 全在祢手裡</a:t>
            </a:r>
          </a:p>
        </p:txBody>
      </p:sp>
    </p:spTree>
    <p:extLst>
      <p:ext uri="{BB962C8B-B14F-4D97-AF65-F5344CB8AC3E}">
        <p14:creationId xmlns:p14="http://schemas.microsoft.com/office/powerpoint/2010/main" val="121385041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F1D0386-03E3-1AD5-C862-7517A1DB7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這是我的逆襲</a:t>
            </a:r>
          </a:p>
        </p:txBody>
      </p:sp>
    </p:spTree>
    <p:extLst>
      <p:ext uri="{BB962C8B-B14F-4D97-AF65-F5344CB8AC3E}">
        <p14:creationId xmlns:p14="http://schemas.microsoft.com/office/powerpoint/2010/main" val="74102291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1AA83B-3F00-15A8-9D43-35D3642A9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逆著風 向前進</a:t>
            </a:r>
          </a:p>
        </p:txBody>
      </p:sp>
    </p:spTree>
    <p:extLst>
      <p:ext uri="{BB962C8B-B14F-4D97-AF65-F5344CB8AC3E}">
        <p14:creationId xmlns:p14="http://schemas.microsoft.com/office/powerpoint/2010/main" val="227826582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EDCF4E-E54F-2CAC-FE79-B2A9FCA25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只因祢 與我同行</a:t>
            </a:r>
          </a:p>
        </p:txBody>
      </p:sp>
    </p:spTree>
    <p:extLst>
      <p:ext uri="{BB962C8B-B14F-4D97-AF65-F5344CB8AC3E}">
        <p14:creationId xmlns:p14="http://schemas.microsoft.com/office/powerpoint/2010/main" val="411561780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5E2018-88D6-8D31-CD79-A5BF8AC41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這一局 全在祢手裡</a:t>
            </a:r>
          </a:p>
        </p:txBody>
      </p:sp>
    </p:spTree>
    <p:extLst>
      <p:ext uri="{BB962C8B-B14F-4D97-AF65-F5344CB8AC3E}">
        <p14:creationId xmlns:p14="http://schemas.microsoft.com/office/powerpoint/2010/main" val="10425871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F1D0386-03E3-1AD5-C862-7517A1DB7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這是我的逆襲</a:t>
            </a:r>
          </a:p>
        </p:txBody>
      </p:sp>
    </p:spTree>
    <p:extLst>
      <p:ext uri="{BB962C8B-B14F-4D97-AF65-F5344CB8AC3E}">
        <p14:creationId xmlns:p14="http://schemas.microsoft.com/office/powerpoint/2010/main" val="205575026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45CBB8-C8EB-E9AA-E613-81CBA0121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Oh </a:t>
            </a:r>
            <a:r>
              <a:rPr lang="en-US" altLang="zh-TW" i="0" u="none" strike="noStrike" baseline="0" dirty="0" err="1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oh</a:t>
            </a:r>
            <a:r>
              <a:rPr lang="en-US" altLang="zh-TW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 </a:t>
            </a:r>
            <a:r>
              <a:rPr lang="en-US" altLang="zh-TW" i="0" u="none" strike="noStrike" baseline="0" dirty="0" err="1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oh</a:t>
            </a:r>
            <a:r>
              <a:rPr lang="en-US" altLang="zh-TW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 </a:t>
            </a:r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在逆境中前進</a:t>
            </a:r>
          </a:p>
        </p:txBody>
      </p:sp>
    </p:spTree>
    <p:extLst>
      <p:ext uri="{BB962C8B-B14F-4D97-AF65-F5344CB8AC3E}">
        <p14:creationId xmlns:p14="http://schemas.microsoft.com/office/powerpoint/2010/main" val="124069608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115181-7F0E-7B8E-A9A2-ED30F7B9B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Oh </a:t>
            </a:r>
            <a:r>
              <a:rPr lang="en-US" altLang="zh-TW" i="0" u="none" strike="noStrike" baseline="0" dirty="0" err="1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oh</a:t>
            </a:r>
            <a:r>
              <a:rPr lang="en-US" altLang="zh-TW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 </a:t>
            </a:r>
            <a:r>
              <a:rPr lang="en-US" altLang="zh-TW" i="0" u="none" strike="noStrike" baseline="0" dirty="0" err="1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oh</a:t>
            </a:r>
            <a:r>
              <a:rPr lang="en-US" altLang="zh-TW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 </a:t>
            </a:r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我呼喊耶穌的名</a:t>
            </a:r>
          </a:p>
        </p:txBody>
      </p:sp>
    </p:spTree>
    <p:extLst>
      <p:ext uri="{BB962C8B-B14F-4D97-AF65-F5344CB8AC3E}">
        <p14:creationId xmlns:p14="http://schemas.microsoft.com/office/powerpoint/2010/main" val="357127042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76A24F-C1DF-EE24-12E4-FF1E9AAF7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不可能的事 全向祢屈膝</a:t>
            </a:r>
          </a:p>
        </p:txBody>
      </p:sp>
    </p:spTree>
    <p:extLst>
      <p:ext uri="{BB962C8B-B14F-4D97-AF65-F5344CB8AC3E}">
        <p14:creationId xmlns:p14="http://schemas.microsoft.com/office/powerpoint/2010/main" val="10491513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1A0CEC8-50BC-4658-00AB-448D2696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我得勝的旌旗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133376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775FF7-776F-BDFC-8409-66D7861BB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Oh </a:t>
            </a:r>
            <a:r>
              <a:rPr lang="en-US" altLang="zh-TW" i="0" u="none" strike="noStrike" baseline="0" dirty="0" err="1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oh</a:t>
            </a:r>
            <a:r>
              <a:rPr lang="en-US" altLang="zh-TW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 </a:t>
            </a:r>
            <a:r>
              <a:rPr lang="en-US" altLang="zh-TW" i="0" u="none" strike="noStrike" baseline="0" dirty="0" err="1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oh</a:t>
            </a:r>
            <a:r>
              <a:rPr lang="en-US" altLang="zh-TW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 </a:t>
            </a:r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在逆境中前進</a:t>
            </a:r>
          </a:p>
        </p:txBody>
      </p:sp>
    </p:spTree>
    <p:extLst>
      <p:ext uri="{BB962C8B-B14F-4D97-AF65-F5344CB8AC3E}">
        <p14:creationId xmlns:p14="http://schemas.microsoft.com/office/powerpoint/2010/main" val="191918123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EF5F6F-7472-3361-51F7-2477A4180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TW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Oh </a:t>
            </a:r>
            <a:r>
              <a:rPr lang="en-US" altLang="zh-TW" i="0" u="none" strike="noStrike" baseline="0" dirty="0" err="1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oh</a:t>
            </a:r>
            <a:r>
              <a:rPr lang="en-US" altLang="zh-TW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 </a:t>
            </a:r>
            <a:r>
              <a:rPr lang="en-US" altLang="zh-TW" i="0" u="none" strike="noStrike" baseline="0" dirty="0" err="1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oh</a:t>
            </a:r>
            <a:r>
              <a:rPr lang="en-US" altLang="zh-TW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 </a:t>
            </a:r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我呼喊耶穌的名</a:t>
            </a:r>
          </a:p>
        </p:txBody>
      </p:sp>
    </p:spTree>
    <p:extLst>
      <p:ext uri="{BB962C8B-B14F-4D97-AF65-F5344CB8AC3E}">
        <p14:creationId xmlns:p14="http://schemas.microsoft.com/office/powerpoint/2010/main" val="249600084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AE0F87-F9DE-937F-DD47-995A383D7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我得勝有餘 都因祢聖名</a:t>
            </a:r>
          </a:p>
        </p:txBody>
      </p:sp>
    </p:spTree>
    <p:extLst>
      <p:ext uri="{BB962C8B-B14F-4D97-AF65-F5344CB8AC3E}">
        <p14:creationId xmlns:p14="http://schemas.microsoft.com/office/powerpoint/2010/main" val="226498049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7A7F71-B26C-6900-E27D-1D961CA3E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dirty="0"/>
              <a:t>開口宣告</a:t>
            </a:r>
            <a:endParaRPr lang="zh-TW" altLang="en-US" sz="5400" i="0" u="none" strike="noStrike" baseline="0" dirty="0">
              <a:solidFill>
                <a:schemeClr val="accent2"/>
              </a:solidFill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2B5E8B4-FF8C-6179-258E-BCCD41EE7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accent2"/>
                </a:solidFill>
              </a:rPr>
              <a:t>(</a:t>
            </a:r>
            <a:r>
              <a:rPr lang="zh-TW" altLang="en-US" dirty="0">
                <a:solidFill>
                  <a:schemeClr val="accent2"/>
                </a:solidFill>
              </a:rPr>
              <a:t>神得勝的恩膏幫助我們突破生命困境</a:t>
            </a:r>
            <a:r>
              <a:rPr lang="en-US" altLang="zh-TW" dirty="0">
                <a:solidFill>
                  <a:schemeClr val="accent2"/>
                </a:solidFill>
              </a:rPr>
              <a:t>)</a:t>
            </a:r>
            <a:endParaRPr lang="zh-TW" alt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317500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89DC0D4E-1FE8-4725-D408-73B0E9EA2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4B3D14C-A25D-F35C-09A0-124E1DDC9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0697848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標題 1">
            <a:extLst>
              <a:ext uri="{FF2B5EF4-FFF2-40B4-BE49-F238E27FC236}">
                <a16:creationId xmlns:a16="http://schemas.microsoft.com/office/drawing/2014/main" id="{3AB7A14E-2B34-1A3C-5FAD-7857F6B2BE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zh-TW" altLang="en-US" dirty="0"/>
              <a:t>不是倚靠勢力，不是倚靠才能，</a:t>
            </a:r>
            <a:endParaRPr lang="en-US" altLang="zh-TW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4D5751F2-63D6-E3CB-654E-AC475FF05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800" dirty="0"/>
              <a:t>撒迦利亞書</a:t>
            </a:r>
            <a:r>
              <a:rPr lang="en-US" altLang="zh-TW" sz="4800" dirty="0"/>
              <a:t>4:6</a:t>
            </a:r>
            <a:endParaRPr lang="zh-TW" altLang="en-US" sz="4800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44A361C-2E3D-B879-9F30-D78F21BCC08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altLang="zh-TW" dirty="0"/>
              <a:t>6b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9185503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標題 1">
            <a:extLst>
              <a:ext uri="{FF2B5EF4-FFF2-40B4-BE49-F238E27FC236}">
                <a16:creationId xmlns:a16="http://schemas.microsoft.com/office/drawing/2014/main" id="{3AB7A14E-2B34-1A3C-5FAD-7857F6B2BE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zh-TW" altLang="en-US" dirty="0"/>
              <a:t>乃是倚靠我的靈方能成事。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4D5751F2-63D6-E3CB-654E-AC475FF05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800" dirty="0"/>
              <a:t>撒迦利亞書</a:t>
            </a:r>
            <a:r>
              <a:rPr lang="en-US" altLang="zh-TW" sz="4800" dirty="0"/>
              <a:t>4:6</a:t>
            </a:r>
            <a:endParaRPr lang="zh-TW" altLang="en-US" sz="4800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44A361C-2E3D-B879-9F30-D78F21BCC08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altLang="zh-TW" dirty="0"/>
              <a:t>6c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008145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C71E7825-5245-4BDC-9F1F-5232C6083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B92B976E-F14E-49E7-9F6E-DA938B88A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1846347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F6589B-71F7-C4C5-1FD5-99BD6365E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當我們讓 好行為來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E0C454A-B7E0-4B83-87B2-9266DF9B5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118253"/>
            <a:ext cx="12192000" cy="2382755"/>
          </a:xfrm>
        </p:spPr>
        <p:txBody>
          <a:bodyPr/>
          <a:lstStyle/>
          <a:p>
            <a:pPr marR="0" lvl="0" rtl="0"/>
            <a:r>
              <a:rPr lang="en-US" altLang="zh-TW" dirty="0">
                <a:solidFill>
                  <a:schemeClr val="tx1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(</a:t>
            </a:r>
            <a:r>
              <a:rPr lang="zh-TW" altLang="en-US" dirty="0">
                <a:solidFill>
                  <a:schemeClr val="tx1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女生</a:t>
            </a:r>
            <a:r>
              <a:rPr lang="en-US" altLang="zh-TW" dirty="0">
                <a:solidFill>
                  <a:schemeClr val="tx1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)</a:t>
            </a:r>
            <a:endParaRPr lang="en-US" altLang="zh-TW" i="0" u="none" strike="noStrike" baseline="0" dirty="0">
              <a:solidFill>
                <a:schemeClr val="tx1"/>
              </a:solidFill>
              <a:latin typeface="源泉圓體 B" panose="020B0800000000000000" pitchFamily="34" charset="-120"/>
              <a:ea typeface="源泉圓體 B" panose="020B08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9529935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F6589B-71F7-C4C5-1FD5-99BD6365E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取代真誠的讚美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E0C454A-B7E0-4B83-87B2-9266DF9B5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TW" dirty="0">
                <a:solidFill>
                  <a:srgbClr val="FFFFFF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(</a:t>
            </a:r>
            <a:r>
              <a:rPr lang="zh-TW" altLang="en-US" dirty="0">
                <a:solidFill>
                  <a:srgbClr val="FFFFFF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女生</a:t>
            </a:r>
            <a:r>
              <a:rPr lang="en-US" altLang="zh-TW" dirty="0">
                <a:solidFill>
                  <a:srgbClr val="FFFFFF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0074778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F881C9-D3D1-422F-A322-451135F5F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漸漸遺忘了那起初的愛心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D55EB07-F5D3-6BB4-B28D-0DC355F320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FFFFFF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(</a:t>
            </a:r>
            <a:r>
              <a:rPr lang="zh-TW" altLang="en-US" dirty="0">
                <a:solidFill>
                  <a:srgbClr val="FFFFFF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女生</a:t>
            </a:r>
            <a:r>
              <a:rPr lang="en-US" altLang="zh-TW" dirty="0">
                <a:solidFill>
                  <a:srgbClr val="FFFFFF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81691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30C3B6-C8A4-6600-6555-5E1755954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當我們雖 懷著好意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000638A-2C5F-82FF-7D26-2A3A97C74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FFFFFF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(</a:t>
            </a:r>
            <a:r>
              <a:rPr lang="zh-TW" altLang="en-US" dirty="0">
                <a:solidFill>
                  <a:srgbClr val="FFFFFF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女生</a:t>
            </a:r>
            <a:r>
              <a:rPr lang="en-US" altLang="zh-TW" dirty="0">
                <a:solidFill>
                  <a:srgbClr val="FFFFFF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4216790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30C3B6-C8A4-6600-6555-5E1755954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卻背離祢的心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000638A-2C5F-82FF-7D26-2A3A97C74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FFFFFF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(</a:t>
            </a:r>
            <a:r>
              <a:rPr lang="zh-TW" altLang="en-US" dirty="0">
                <a:solidFill>
                  <a:srgbClr val="FFFFFF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女生</a:t>
            </a:r>
            <a:r>
              <a:rPr lang="en-US" altLang="zh-TW" dirty="0">
                <a:solidFill>
                  <a:srgbClr val="FFFFFF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0038318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25D45F-F12B-BB7B-64C5-C87FD4806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赦免我 赦免我們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2A5FD4C-81FB-B974-4B81-E79EEFA393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TW" dirty="0">
                <a:solidFill>
                  <a:srgbClr val="FFFFFF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(</a:t>
            </a:r>
            <a:r>
              <a:rPr lang="zh-TW" altLang="en-US" dirty="0">
                <a:solidFill>
                  <a:srgbClr val="FFFFFF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女生</a:t>
            </a:r>
            <a:r>
              <a:rPr lang="en-US" altLang="zh-TW" dirty="0">
                <a:solidFill>
                  <a:srgbClr val="FFFFFF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5404847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F6589B-71F7-C4C5-1FD5-99BD6365E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當我們讓 好行為來</a:t>
            </a:r>
          </a:p>
        </p:txBody>
      </p:sp>
    </p:spTree>
    <p:extLst>
      <p:ext uri="{BB962C8B-B14F-4D97-AF65-F5344CB8AC3E}">
        <p14:creationId xmlns:p14="http://schemas.microsoft.com/office/powerpoint/2010/main" val="1680817966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F6589B-71F7-C4C5-1FD5-99BD6365E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取代真誠的讚美</a:t>
            </a:r>
          </a:p>
        </p:txBody>
      </p:sp>
    </p:spTree>
    <p:extLst>
      <p:ext uri="{BB962C8B-B14F-4D97-AF65-F5344CB8AC3E}">
        <p14:creationId xmlns:p14="http://schemas.microsoft.com/office/powerpoint/2010/main" val="161434138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F881C9-D3D1-422F-A322-451135F5F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漸漸遺忘了那起初的愛心</a:t>
            </a:r>
          </a:p>
        </p:txBody>
      </p:sp>
    </p:spTree>
    <p:extLst>
      <p:ext uri="{BB962C8B-B14F-4D97-AF65-F5344CB8AC3E}">
        <p14:creationId xmlns:p14="http://schemas.microsoft.com/office/powerpoint/2010/main" val="374556004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30C3B6-C8A4-6600-6555-5E1755954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當我們雖 懷著好意</a:t>
            </a:r>
          </a:p>
        </p:txBody>
      </p:sp>
    </p:spTree>
    <p:extLst>
      <p:ext uri="{BB962C8B-B14F-4D97-AF65-F5344CB8AC3E}">
        <p14:creationId xmlns:p14="http://schemas.microsoft.com/office/powerpoint/2010/main" val="33750691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30C3B6-C8A4-6600-6555-5E1755954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卻背離祢的心</a:t>
            </a:r>
          </a:p>
        </p:txBody>
      </p:sp>
    </p:spTree>
    <p:extLst>
      <p:ext uri="{BB962C8B-B14F-4D97-AF65-F5344CB8AC3E}">
        <p14:creationId xmlns:p14="http://schemas.microsoft.com/office/powerpoint/2010/main" val="13913904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25D45F-F12B-BB7B-64C5-C87FD4806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赦免我 赦免我們</a:t>
            </a:r>
          </a:p>
        </p:txBody>
      </p:sp>
    </p:spTree>
    <p:extLst>
      <p:ext uri="{BB962C8B-B14F-4D97-AF65-F5344CB8AC3E}">
        <p14:creationId xmlns:p14="http://schemas.microsoft.com/office/powerpoint/2010/main" val="3206843598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752AEA-02F4-A6D3-C969-DF77F1FC5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聖靈請祢來 充滿我們</a:t>
            </a:r>
          </a:p>
        </p:txBody>
      </p:sp>
    </p:spTree>
    <p:extLst>
      <p:ext uri="{BB962C8B-B14F-4D97-AF65-F5344CB8AC3E}">
        <p14:creationId xmlns:p14="http://schemas.microsoft.com/office/powerpoint/2010/main" val="24561723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B0478E-93E1-57DC-30B8-047A1C9D1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若沒有祢就沒有意義</a:t>
            </a:r>
          </a:p>
        </p:txBody>
      </p:sp>
    </p:spTree>
    <p:extLst>
      <p:ext uri="{BB962C8B-B14F-4D97-AF65-F5344CB8AC3E}">
        <p14:creationId xmlns:p14="http://schemas.microsoft.com/office/powerpoint/2010/main" val="215914293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8459CD-19E9-ED27-D9BF-0939E122F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再無任何事物能使我滿足</a:t>
            </a:r>
          </a:p>
        </p:txBody>
      </p:sp>
    </p:spTree>
    <p:extLst>
      <p:ext uri="{BB962C8B-B14F-4D97-AF65-F5344CB8AC3E}">
        <p14:creationId xmlns:p14="http://schemas.microsoft.com/office/powerpoint/2010/main" val="4134906345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F1BB9B-3E99-9D36-5BEA-211BCFEC4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若沒有祢就沒有意義</a:t>
            </a:r>
          </a:p>
        </p:txBody>
      </p:sp>
    </p:spTree>
    <p:extLst>
      <p:ext uri="{BB962C8B-B14F-4D97-AF65-F5344CB8AC3E}">
        <p14:creationId xmlns:p14="http://schemas.microsoft.com/office/powerpoint/2010/main" val="248725511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BB8891-719C-FEC5-42F2-21F58D127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若沒有祢就沒有意義</a:t>
            </a:r>
          </a:p>
        </p:txBody>
      </p:sp>
    </p:spTree>
    <p:extLst>
      <p:ext uri="{BB962C8B-B14F-4D97-AF65-F5344CB8AC3E}">
        <p14:creationId xmlns:p14="http://schemas.microsoft.com/office/powerpoint/2010/main" val="1873527444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AAC4A9-7A0A-A802-E2DB-42761257C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當我建造 地上的國</a:t>
            </a:r>
          </a:p>
        </p:txBody>
      </p:sp>
    </p:spTree>
    <p:extLst>
      <p:ext uri="{BB962C8B-B14F-4D97-AF65-F5344CB8AC3E}">
        <p14:creationId xmlns:p14="http://schemas.microsoft.com/office/powerpoint/2010/main" val="2696102499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AAC4A9-7A0A-A802-E2DB-42761257C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而非建造祢的國</a:t>
            </a:r>
          </a:p>
        </p:txBody>
      </p:sp>
    </p:spTree>
    <p:extLst>
      <p:ext uri="{BB962C8B-B14F-4D97-AF65-F5344CB8AC3E}">
        <p14:creationId xmlns:p14="http://schemas.microsoft.com/office/powerpoint/2010/main" val="169183728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57A325-4176-E246-213E-97DEFF1E4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祢同在才是我們所渴求</a:t>
            </a:r>
          </a:p>
        </p:txBody>
      </p:sp>
    </p:spTree>
    <p:extLst>
      <p:ext uri="{BB962C8B-B14F-4D97-AF65-F5344CB8AC3E}">
        <p14:creationId xmlns:p14="http://schemas.microsoft.com/office/powerpoint/2010/main" val="2726524083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97E985-50E2-9057-02DD-B2BB006C4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當我們活得像奴僕 </a:t>
            </a:r>
          </a:p>
        </p:txBody>
      </p:sp>
    </p:spTree>
    <p:extLst>
      <p:ext uri="{BB962C8B-B14F-4D97-AF65-F5344CB8AC3E}">
        <p14:creationId xmlns:p14="http://schemas.microsoft.com/office/powerpoint/2010/main" val="4278091617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97E985-50E2-9057-02DD-B2BB006C4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而非神兒女身分</a:t>
            </a:r>
          </a:p>
        </p:txBody>
      </p:sp>
    </p:spTree>
    <p:extLst>
      <p:ext uri="{BB962C8B-B14F-4D97-AF65-F5344CB8AC3E}">
        <p14:creationId xmlns:p14="http://schemas.microsoft.com/office/powerpoint/2010/main" val="2531763183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649A06-7F2F-DEEB-A348-4FB73D2E0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赦免我 赦免我們</a:t>
            </a:r>
          </a:p>
        </p:txBody>
      </p:sp>
    </p:spTree>
    <p:extLst>
      <p:ext uri="{BB962C8B-B14F-4D97-AF65-F5344CB8AC3E}">
        <p14:creationId xmlns:p14="http://schemas.microsoft.com/office/powerpoint/2010/main" val="2252930546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752AEA-02F4-A6D3-C969-DF77F1FC5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聖靈請祢來 充滿我們</a:t>
            </a:r>
          </a:p>
        </p:txBody>
      </p:sp>
    </p:spTree>
    <p:extLst>
      <p:ext uri="{BB962C8B-B14F-4D97-AF65-F5344CB8AC3E}">
        <p14:creationId xmlns:p14="http://schemas.microsoft.com/office/powerpoint/2010/main" val="2032832628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B0478E-93E1-57DC-30B8-047A1C9D1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若沒有祢就沒有意義</a:t>
            </a:r>
          </a:p>
        </p:txBody>
      </p:sp>
    </p:spTree>
    <p:extLst>
      <p:ext uri="{BB962C8B-B14F-4D97-AF65-F5344CB8AC3E}">
        <p14:creationId xmlns:p14="http://schemas.microsoft.com/office/powerpoint/2010/main" val="2557147912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8459CD-19E9-ED27-D9BF-0939E122F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再無任何事物能使我滿足</a:t>
            </a:r>
          </a:p>
        </p:txBody>
      </p:sp>
    </p:spTree>
    <p:extLst>
      <p:ext uri="{BB962C8B-B14F-4D97-AF65-F5344CB8AC3E}">
        <p14:creationId xmlns:p14="http://schemas.microsoft.com/office/powerpoint/2010/main" val="1067140374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F1BB9B-3E99-9D36-5BEA-211BCFEC4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若沒有祢就沒有意義</a:t>
            </a:r>
          </a:p>
        </p:txBody>
      </p:sp>
    </p:spTree>
    <p:extLst>
      <p:ext uri="{BB962C8B-B14F-4D97-AF65-F5344CB8AC3E}">
        <p14:creationId xmlns:p14="http://schemas.microsoft.com/office/powerpoint/2010/main" val="3306510112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BB8891-719C-FEC5-42F2-21F58D127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若沒有祢就沒有意義</a:t>
            </a:r>
          </a:p>
        </p:txBody>
      </p:sp>
    </p:spTree>
    <p:extLst>
      <p:ext uri="{BB962C8B-B14F-4D97-AF65-F5344CB8AC3E}">
        <p14:creationId xmlns:p14="http://schemas.microsoft.com/office/powerpoint/2010/main" val="2911562980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850CA464-0860-3518-6EDF-E55C8CBB15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195AE6-0CDE-B2A6-72AD-4A15B321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532088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57C574-0C77-3120-AA85-C0E72384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我們渴望成為祢器皿</a:t>
            </a:r>
          </a:p>
        </p:txBody>
      </p:sp>
    </p:spTree>
    <p:extLst>
      <p:ext uri="{BB962C8B-B14F-4D97-AF65-F5344CB8AC3E}">
        <p14:creationId xmlns:p14="http://schemas.microsoft.com/office/powerpoint/2010/main" val="207618889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DC37D7-8541-7959-96C7-83F94F268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充滿我心 來充滿我心</a:t>
            </a:r>
          </a:p>
        </p:txBody>
      </p:sp>
    </p:spTree>
    <p:extLst>
      <p:ext uri="{BB962C8B-B14F-4D97-AF65-F5344CB8AC3E}">
        <p14:creationId xmlns:p14="http://schemas.microsoft.com/office/powerpoint/2010/main" val="2421977074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479B2F-262E-6ACB-3052-1240EC557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當祢同在向我們傾倒</a:t>
            </a:r>
          </a:p>
        </p:txBody>
      </p:sp>
    </p:spTree>
    <p:extLst>
      <p:ext uri="{BB962C8B-B14F-4D97-AF65-F5344CB8AC3E}">
        <p14:creationId xmlns:p14="http://schemas.microsoft.com/office/powerpoint/2010/main" val="158592021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D12CEC-2C0D-3DA3-04E5-09FF0448A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永不止息 </a:t>
            </a:r>
            <a:r>
              <a:rPr lang="zh-TW" altLang="en-US" dirty="0"/>
              <a:t>永不止息</a:t>
            </a:r>
            <a:endParaRPr lang="zh-TW" altLang="en-US" i="0" u="none" strike="noStrike" baseline="0" dirty="0">
              <a:solidFill>
                <a:srgbClr val="FFFF00"/>
              </a:solidFill>
              <a:latin typeface="源泉圓體 B" panose="020B0800000000000000" pitchFamily="34" charset="-120"/>
              <a:ea typeface="源泉圓體 B" panose="020B08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03053548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57C574-0C77-3120-AA85-C0E72384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我們渴望成為祢器皿</a:t>
            </a:r>
          </a:p>
        </p:txBody>
      </p:sp>
    </p:spTree>
    <p:extLst>
      <p:ext uri="{BB962C8B-B14F-4D97-AF65-F5344CB8AC3E}">
        <p14:creationId xmlns:p14="http://schemas.microsoft.com/office/powerpoint/2010/main" val="2675258773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DC37D7-8541-7959-96C7-83F94F268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充滿我心 來充滿我心</a:t>
            </a:r>
          </a:p>
        </p:txBody>
      </p:sp>
    </p:spTree>
    <p:extLst>
      <p:ext uri="{BB962C8B-B14F-4D97-AF65-F5344CB8AC3E}">
        <p14:creationId xmlns:p14="http://schemas.microsoft.com/office/powerpoint/2010/main" val="2416552066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479B2F-262E-6ACB-3052-1240EC557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當祢同在向我們傾倒</a:t>
            </a:r>
          </a:p>
        </p:txBody>
      </p:sp>
    </p:spTree>
    <p:extLst>
      <p:ext uri="{BB962C8B-B14F-4D97-AF65-F5344CB8AC3E}">
        <p14:creationId xmlns:p14="http://schemas.microsoft.com/office/powerpoint/2010/main" val="878962699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D12CEC-2C0D-3DA3-04E5-09FF0448A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永不止息 </a:t>
            </a:r>
            <a:r>
              <a:rPr lang="zh-TW" altLang="en-US" dirty="0"/>
              <a:t>永不止息</a:t>
            </a:r>
            <a:endParaRPr lang="zh-TW" altLang="en-US" i="0" u="none" strike="noStrike" baseline="0" dirty="0">
              <a:solidFill>
                <a:srgbClr val="FFFF00"/>
              </a:solidFill>
              <a:latin typeface="源泉圓體 B" panose="020B0800000000000000" pitchFamily="34" charset="-120"/>
              <a:ea typeface="源泉圓體 B" panose="020B08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45005917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57C574-0C77-3120-AA85-C0E72384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我們渴望成為祢器皿</a:t>
            </a:r>
          </a:p>
        </p:txBody>
      </p:sp>
    </p:spTree>
    <p:extLst>
      <p:ext uri="{BB962C8B-B14F-4D97-AF65-F5344CB8AC3E}">
        <p14:creationId xmlns:p14="http://schemas.microsoft.com/office/powerpoint/2010/main" val="2774158752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DC37D7-8541-7959-96C7-83F94F268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充滿我心 來充滿我心</a:t>
            </a:r>
          </a:p>
        </p:txBody>
      </p:sp>
    </p:spTree>
    <p:extLst>
      <p:ext uri="{BB962C8B-B14F-4D97-AF65-F5344CB8AC3E}">
        <p14:creationId xmlns:p14="http://schemas.microsoft.com/office/powerpoint/2010/main" val="1600642282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479B2F-262E-6ACB-3052-1240EC557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當祢同在向我們傾倒</a:t>
            </a:r>
          </a:p>
        </p:txBody>
      </p:sp>
    </p:spTree>
    <p:extLst>
      <p:ext uri="{BB962C8B-B14F-4D97-AF65-F5344CB8AC3E}">
        <p14:creationId xmlns:p14="http://schemas.microsoft.com/office/powerpoint/2010/main" val="1406186997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D12CEC-2C0D-3DA3-04E5-09FF0448A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永不止息 </a:t>
            </a:r>
            <a:r>
              <a:rPr lang="zh-TW" altLang="en-US" dirty="0"/>
              <a:t>永不止息</a:t>
            </a:r>
            <a:endParaRPr lang="zh-TW" altLang="en-US" i="0" u="none" strike="noStrike" baseline="0" dirty="0">
              <a:solidFill>
                <a:srgbClr val="FFFF00"/>
              </a:solidFill>
              <a:latin typeface="源泉圓體 B" panose="020B0800000000000000" pitchFamily="34" charset="-120"/>
              <a:ea typeface="源泉圓體 B" panose="020B08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17840289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752AEA-02F4-A6D3-C969-DF77F1FC5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聖靈請祢來 充滿我們</a:t>
            </a:r>
          </a:p>
        </p:txBody>
      </p:sp>
    </p:spTree>
    <p:extLst>
      <p:ext uri="{BB962C8B-B14F-4D97-AF65-F5344CB8AC3E}">
        <p14:creationId xmlns:p14="http://schemas.microsoft.com/office/powerpoint/2010/main" val="1243734046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B0478E-93E1-57DC-30B8-047A1C9D1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若沒有祢就沒有意義</a:t>
            </a:r>
          </a:p>
        </p:txBody>
      </p:sp>
    </p:spTree>
    <p:extLst>
      <p:ext uri="{BB962C8B-B14F-4D97-AF65-F5344CB8AC3E}">
        <p14:creationId xmlns:p14="http://schemas.microsoft.com/office/powerpoint/2010/main" val="2946610540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8459CD-19E9-ED27-D9BF-0939E122F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再無任何事物能使我滿足</a:t>
            </a:r>
          </a:p>
        </p:txBody>
      </p:sp>
    </p:spTree>
    <p:extLst>
      <p:ext uri="{BB962C8B-B14F-4D97-AF65-F5344CB8AC3E}">
        <p14:creationId xmlns:p14="http://schemas.microsoft.com/office/powerpoint/2010/main" val="2601756927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F1BB9B-3E99-9D36-5BEA-211BCFEC4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若沒有祢就沒有意義</a:t>
            </a:r>
          </a:p>
        </p:txBody>
      </p:sp>
    </p:spTree>
    <p:extLst>
      <p:ext uri="{BB962C8B-B14F-4D97-AF65-F5344CB8AC3E}">
        <p14:creationId xmlns:p14="http://schemas.microsoft.com/office/powerpoint/2010/main" val="1106340279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BB8891-719C-FEC5-42F2-21F58D127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若沒有祢就沒有意義</a:t>
            </a:r>
          </a:p>
        </p:txBody>
      </p:sp>
    </p:spTree>
    <p:extLst>
      <p:ext uri="{BB962C8B-B14F-4D97-AF65-F5344CB8AC3E}">
        <p14:creationId xmlns:p14="http://schemas.microsoft.com/office/powerpoint/2010/main" val="2470844725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F1BB9B-3E99-9D36-5BEA-211BCFEC4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若沒有祢就沒有意義</a:t>
            </a:r>
          </a:p>
        </p:txBody>
      </p:sp>
    </p:spTree>
    <p:extLst>
      <p:ext uri="{BB962C8B-B14F-4D97-AF65-F5344CB8AC3E}">
        <p14:creationId xmlns:p14="http://schemas.microsoft.com/office/powerpoint/2010/main" val="4129372903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036AAB-F42F-6160-0D95-605A2E97B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自由敬拜</a:t>
            </a:r>
          </a:p>
        </p:txBody>
      </p:sp>
    </p:spTree>
    <p:extLst>
      <p:ext uri="{BB962C8B-B14F-4D97-AF65-F5344CB8AC3E}">
        <p14:creationId xmlns:p14="http://schemas.microsoft.com/office/powerpoint/2010/main" val="2957652090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752AEA-02F4-A6D3-C969-DF77F1FC5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聖靈請祢來 充滿我們</a:t>
            </a:r>
          </a:p>
        </p:txBody>
      </p:sp>
    </p:spTree>
    <p:extLst>
      <p:ext uri="{BB962C8B-B14F-4D97-AF65-F5344CB8AC3E}">
        <p14:creationId xmlns:p14="http://schemas.microsoft.com/office/powerpoint/2010/main" val="2395450673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B0478E-93E1-57DC-30B8-047A1C9D1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若沒有祢就沒有意義</a:t>
            </a:r>
          </a:p>
        </p:txBody>
      </p:sp>
    </p:spTree>
    <p:extLst>
      <p:ext uri="{BB962C8B-B14F-4D97-AF65-F5344CB8AC3E}">
        <p14:creationId xmlns:p14="http://schemas.microsoft.com/office/powerpoint/2010/main" val="751699176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8459CD-19E9-ED27-D9BF-0939E122F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再無任何事物能使我滿足</a:t>
            </a:r>
          </a:p>
        </p:txBody>
      </p:sp>
    </p:spTree>
    <p:extLst>
      <p:ext uri="{BB962C8B-B14F-4D97-AF65-F5344CB8AC3E}">
        <p14:creationId xmlns:p14="http://schemas.microsoft.com/office/powerpoint/2010/main" val="570051394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F1BB9B-3E99-9D36-5BEA-211BCFEC4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若沒有祢就沒有意義</a:t>
            </a:r>
          </a:p>
        </p:txBody>
      </p:sp>
    </p:spTree>
    <p:extLst>
      <p:ext uri="{BB962C8B-B14F-4D97-AF65-F5344CB8AC3E}">
        <p14:creationId xmlns:p14="http://schemas.microsoft.com/office/powerpoint/2010/main" val="2788935650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BB8891-719C-FEC5-42F2-21F58D127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若沒有祢就沒有意義</a:t>
            </a:r>
          </a:p>
        </p:txBody>
      </p:sp>
    </p:spTree>
    <p:extLst>
      <p:ext uri="{BB962C8B-B14F-4D97-AF65-F5344CB8AC3E}">
        <p14:creationId xmlns:p14="http://schemas.microsoft.com/office/powerpoint/2010/main" val="2131514929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F1BB9B-3E99-9D36-5BEA-211BCFEC4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若沒有祢就沒有意義</a:t>
            </a:r>
          </a:p>
        </p:txBody>
      </p:sp>
    </p:spTree>
    <p:extLst>
      <p:ext uri="{BB962C8B-B14F-4D97-AF65-F5344CB8AC3E}">
        <p14:creationId xmlns:p14="http://schemas.microsoft.com/office/powerpoint/2010/main" val="3246929206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6DAE7FC2-DAB8-35F6-4D29-661CD4C045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39A5CF9-0FE7-0AA9-AB02-9870E5A62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60440001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752AEA-02F4-A6D3-C969-DF77F1FC5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聖靈請祢來 充滿我們</a:t>
            </a:r>
          </a:p>
        </p:txBody>
      </p:sp>
    </p:spTree>
    <p:extLst>
      <p:ext uri="{BB962C8B-B14F-4D97-AF65-F5344CB8AC3E}">
        <p14:creationId xmlns:p14="http://schemas.microsoft.com/office/powerpoint/2010/main" val="190681609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B0478E-93E1-57DC-30B8-047A1C9D1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若沒有祢就沒有意義</a:t>
            </a:r>
          </a:p>
        </p:txBody>
      </p:sp>
    </p:spTree>
    <p:extLst>
      <p:ext uri="{BB962C8B-B14F-4D97-AF65-F5344CB8AC3E}">
        <p14:creationId xmlns:p14="http://schemas.microsoft.com/office/powerpoint/2010/main" val="2606631594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8459CD-19E9-ED27-D9BF-0939E122F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再無任何事物能使我滿足</a:t>
            </a:r>
          </a:p>
        </p:txBody>
      </p:sp>
    </p:spTree>
    <p:extLst>
      <p:ext uri="{BB962C8B-B14F-4D97-AF65-F5344CB8AC3E}">
        <p14:creationId xmlns:p14="http://schemas.microsoft.com/office/powerpoint/2010/main" val="3437795584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F1BB9B-3E99-9D36-5BEA-211BCFEC4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若沒有祢就沒有意義</a:t>
            </a:r>
          </a:p>
        </p:txBody>
      </p:sp>
    </p:spTree>
    <p:extLst>
      <p:ext uri="{BB962C8B-B14F-4D97-AF65-F5344CB8AC3E}">
        <p14:creationId xmlns:p14="http://schemas.microsoft.com/office/powerpoint/2010/main" val="3798531850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BB8891-719C-FEC5-42F2-21F58D127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若沒有祢就沒有意義</a:t>
            </a:r>
          </a:p>
        </p:txBody>
      </p:sp>
    </p:spTree>
    <p:extLst>
      <p:ext uri="{BB962C8B-B14F-4D97-AF65-F5344CB8AC3E}">
        <p14:creationId xmlns:p14="http://schemas.microsoft.com/office/powerpoint/2010/main" val="1217934440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F1BB9B-3E99-9D36-5BEA-211BCFEC4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若沒有祢就沒有意義</a:t>
            </a:r>
          </a:p>
        </p:txBody>
      </p:sp>
    </p:spTree>
    <p:extLst>
      <p:ext uri="{BB962C8B-B14F-4D97-AF65-F5344CB8AC3E}">
        <p14:creationId xmlns:p14="http://schemas.microsoft.com/office/powerpoint/2010/main" val="1663437237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70348168-8ED1-8D8F-1BCE-A08170AB7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830C9A81-3F7E-5217-BD26-95162F7B9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12290339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標題 1">
            <a:extLst>
              <a:ext uri="{FF2B5EF4-FFF2-40B4-BE49-F238E27FC236}">
                <a16:creationId xmlns:a16="http://schemas.microsoft.com/office/drawing/2014/main" id="{512770C6-2419-4D5B-BFC0-A4CA677AB8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zh-TW" altLang="en-US" sz="4800" dirty="0"/>
              <a:t>因為，在祢那裏有生命的源頭；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EAAE9E5-55A7-41BF-B4B0-88295378E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詩篇</a:t>
            </a:r>
            <a:r>
              <a:rPr lang="zh-TW" altLang="en-US" b="0" dirty="0"/>
              <a:t> </a:t>
            </a:r>
            <a:r>
              <a:rPr lang="en-US" altLang="zh-TW" dirty="0"/>
              <a:t>36:9</a:t>
            </a:r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335BE65-FF20-4509-BBBD-BC35EB684DFF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altLang="zh-TW" dirty="0"/>
              <a:t>9a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24016797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標題 1">
            <a:extLst>
              <a:ext uri="{FF2B5EF4-FFF2-40B4-BE49-F238E27FC236}">
                <a16:creationId xmlns:a16="http://schemas.microsoft.com/office/drawing/2014/main" id="{512770C6-2419-4D5B-BFC0-A4CA677AB8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 rtl="0" eaLnBrk="1" latinLnBrk="0" hangingPunct="1"/>
            <a:r>
              <a:rPr kumimoji="0" lang="zh-TW" altLang="zh-TW" sz="4800" b="1" i="0" u="none" strike="noStrike" kern="1200" cap="none" spc="350" normalizeH="0" baseline="0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</a:rPr>
              <a:t>在祢的光中，我們必得見光。</a:t>
            </a:r>
            <a:endParaRPr lang="zh-TW" altLang="zh-TW" sz="4800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EAAE9E5-55A7-41BF-B4B0-88295378E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詩篇</a:t>
            </a:r>
            <a:r>
              <a:rPr lang="zh-TW" altLang="en-US" b="0" dirty="0"/>
              <a:t> </a:t>
            </a:r>
            <a:r>
              <a:rPr lang="en-US" altLang="zh-TW" dirty="0"/>
              <a:t>36:9</a:t>
            </a:r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335BE65-FF20-4509-BBBD-BC35EB684DFF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altLang="zh-TW" dirty="0"/>
              <a:t>9b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03938887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7701A3-B86D-12DE-6AD9-93496B96B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驚嘆在神榮耀光中</a:t>
            </a:r>
          </a:p>
        </p:txBody>
      </p:sp>
    </p:spTree>
    <p:extLst>
      <p:ext uri="{BB962C8B-B14F-4D97-AF65-F5344CB8AC3E}">
        <p14:creationId xmlns:p14="http://schemas.microsoft.com/office/powerpoint/2010/main" val="42874006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7701A3-B86D-12DE-6AD9-93496B96B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潔淨穿透的光中</a:t>
            </a:r>
          </a:p>
        </p:txBody>
      </p:sp>
    </p:spTree>
    <p:extLst>
      <p:ext uri="{BB962C8B-B14F-4D97-AF65-F5344CB8AC3E}">
        <p14:creationId xmlns:p14="http://schemas.microsoft.com/office/powerpoint/2010/main" val="1993992854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1C6D45-5C5F-0010-3339-4818C8D04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5349" y="260648"/>
            <a:ext cx="12192000" cy="2709723"/>
          </a:xfrm>
        </p:spPr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顯明我羞愧 那些我所知道的罪</a:t>
            </a:r>
          </a:p>
        </p:txBody>
      </p:sp>
    </p:spTree>
    <p:extLst>
      <p:ext uri="{BB962C8B-B14F-4D97-AF65-F5344CB8AC3E}">
        <p14:creationId xmlns:p14="http://schemas.microsoft.com/office/powerpoint/2010/main" val="1494491576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B0C226-A4F0-E2E5-A8A5-B5EF26C4E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沐浴在祢溫柔光中</a:t>
            </a:r>
          </a:p>
        </p:txBody>
      </p:sp>
    </p:spTree>
    <p:extLst>
      <p:ext uri="{BB962C8B-B14F-4D97-AF65-F5344CB8AC3E}">
        <p14:creationId xmlns:p14="http://schemas.microsoft.com/office/powerpoint/2010/main" val="3584017031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B0C226-A4F0-E2E5-A8A5-B5EF26C4E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祢愛溫暖的光中</a:t>
            </a:r>
          </a:p>
        </p:txBody>
      </p:sp>
    </p:spTree>
    <p:extLst>
      <p:ext uri="{BB962C8B-B14F-4D97-AF65-F5344CB8AC3E}">
        <p14:creationId xmlns:p14="http://schemas.microsoft.com/office/powerpoint/2010/main" val="2643778142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1ACEDC-4800-1466-5587-AC80866A6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醫治我傷痛 從破碎中讓我掙脫</a:t>
            </a:r>
          </a:p>
        </p:txBody>
      </p:sp>
    </p:spTree>
    <p:extLst>
      <p:ext uri="{BB962C8B-B14F-4D97-AF65-F5344CB8AC3E}">
        <p14:creationId xmlns:p14="http://schemas.microsoft.com/office/powerpoint/2010/main" val="2643380615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EEF30D-0153-96BD-0331-C82D744DA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在祢同在光中</a:t>
            </a:r>
          </a:p>
        </p:txBody>
      </p:sp>
    </p:spTree>
    <p:extLst>
      <p:ext uri="{BB962C8B-B14F-4D97-AF65-F5344CB8AC3E}">
        <p14:creationId xmlns:p14="http://schemas.microsoft.com/office/powerpoint/2010/main" val="1612428202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06F7FD-6B34-0602-58A7-264935044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祢的光不是為審判定罪</a:t>
            </a:r>
          </a:p>
        </p:txBody>
      </p:sp>
    </p:spTree>
    <p:extLst>
      <p:ext uri="{BB962C8B-B14F-4D97-AF65-F5344CB8AC3E}">
        <p14:creationId xmlns:p14="http://schemas.microsoft.com/office/powerpoint/2010/main" val="3819860351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A6EFCE-59BB-E652-C258-54D4E2E46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而是顯明醫治恩典</a:t>
            </a:r>
          </a:p>
        </p:txBody>
      </p:sp>
    </p:spTree>
    <p:extLst>
      <p:ext uri="{BB962C8B-B14F-4D97-AF65-F5344CB8AC3E}">
        <p14:creationId xmlns:p14="http://schemas.microsoft.com/office/powerpoint/2010/main" val="4054914782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8C9A35-A082-8490-7BC2-A63EA2A58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在神榮耀的光中 祢愛超越過一切</a:t>
            </a:r>
          </a:p>
        </p:txBody>
      </p:sp>
    </p:spTree>
    <p:extLst>
      <p:ext uri="{BB962C8B-B14F-4D97-AF65-F5344CB8AC3E}">
        <p14:creationId xmlns:p14="http://schemas.microsoft.com/office/powerpoint/2010/main" val="690066594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6136FF-8067-9C83-EDEB-044EDD5DC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祢的光顯明不是為讓我羞愧</a:t>
            </a:r>
          </a:p>
        </p:txBody>
      </p:sp>
    </p:spTree>
    <p:extLst>
      <p:ext uri="{BB962C8B-B14F-4D97-AF65-F5344CB8AC3E}">
        <p14:creationId xmlns:p14="http://schemas.microsoft.com/office/powerpoint/2010/main" val="3016683721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9CDDD6-3E19-5499-F874-996B777E2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而是煉淨和安慰</a:t>
            </a:r>
          </a:p>
        </p:txBody>
      </p:sp>
    </p:spTree>
    <p:extLst>
      <p:ext uri="{BB962C8B-B14F-4D97-AF65-F5344CB8AC3E}">
        <p14:creationId xmlns:p14="http://schemas.microsoft.com/office/powerpoint/2010/main" val="563688944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59ECB6-7BCE-141B-D014-C04A1B9A8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使我剛強全因祢恩典</a:t>
            </a:r>
          </a:p>
        </p:txBody>
      </p:sp>
    </p:spTree>
    <p:extLst>
      <p:ext uri="{BB962C8B-B14F-4D97-AF65-F5344CB8AC3E}">
        <p14:creationId xmlns:p14="http://schemas.microsoft.com/office/powerpoint/2010/main" val="700102450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59ECB6-7BCE-141B-D014-C04A1B9A8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我宣揚到永遠</a:t>
            </a:r>
          </a:p>
        </p:txBody>
      </p:sp>
    </p:spTree>
    <p:extLst>
      <p:ext uri="{BB962C8B-B14F-4D97-AF65-F5344CB8AC3E}">
        <p14:creationId xmlns:p14="http://schemas.microsoft.com/office/powerpoint/2010/main" val="3316997949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7701A3-B86D-12DE-6AD9-93496B96B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驚嘆在神榮耀光中</a:t>
            </a:r>
          </a:p>
        </p:txBody>
      </p:sp>
    </p:spTree>
    <p:extLst>
      <p:ext uri="{BB962C8B-B14F-4D97-AF65-F5344CB8AC3E}">
        <p14:creationId xmlns:p14="http://schemas.microsoft.com/office/powerpoint/2010/main" val="2281422031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7701A3-B86D-12DE-6AD9-93496B96B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潔淨穿透的光中</a:t>
            </a:r>
          </a:p>
        </p:txBody>
      </p:sp>
    </p:spTree>
    <p:extLst>
      <p:ext uri="{BB962C8B-B14F-4D97-AF65-F5344CB8AC3E}">
        <p14:creationId xmlns:p14="http://schemas.microsoft.com/office/powerpoint/2010/main" val="827599259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1C6D45-5C5F-0010-3339-4818C8D04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顯明我羞愧 那些我所知道的罪</a:t>
            </a:r>
          </a:p>
        </p:txBody>
      </p:sp>
    </p:spTree>
    <p:extLst>
      <p:ext uri="{BB962C8B-B14F-4D97-AF65-F5344CB8AC3E}">
        <p14:creationId xmlns:p14="http://schemas.microsoft.com/office/powerpoint/2010/main" val="1407297519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B0C226-A4F0-E2E5-A8A5-B5EF26C4E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沐浴在祢溫柔光中</a:t>
            </a:r>
          </a:p>
        </p:txBody>
      </p:sp>
    </p:spTree>
    <p:extLst>
      <p:ext uri="{BB962C8B-B14F-4D97-AF65-F5344CB8AC3E}">
        <p14:creationId xmlns:p14="http://schemas.microsoft.com/office/powerpoint/2010/main" val="1950010358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B0C226-A4F0-E2E5-A8A5-B5EF26C4E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祢愛溫暖的光中</a:t>
            </a:r>
          </a:p>
        </p:txBody>
      </p:sp>
    </p:spTree>
    <p:extLst>
      <p:ext uri="{BB962C8B-B14F-4D97-AF65-F5344CB8AC3E}">
        <p14:creationId xmlns:p14="http://schemas.microsoft.com/office/powerpoint/2010/main" val="1083683696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1ACEDC-4800-1466-5587-AC80866A6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醫治我傷痛 從破碎中讓我掙脫</a:t>
            </a:r>
          </a:p>
        </p:txBody>
      </p:sp>
    </p:spTree>
    <p:extLst>
      <p:ext uri="{BB962C8B-B14F-4D97-AF65-F5344CB8AC3E}">
        <p14:creationId xmlns:p14="http://schemas.microsoft.com/office/powerpoint/2010/main" val="34168550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EEF30D-0153-96BD-0331-C82D744DA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在祢同在光中</a:t>
            </a:r>
          </a:p>
        </p:txBody>
      </p:sp>
    </p:spTree>
    <p:extLst>
      <p:ext uri="{BB962C8B-B14F-4D97-AF65-F5344CB8AC3E}">
        <p14:creationId xmlns:p14="http://schemas.microsoft.com/office/powerpoint/2010/main" val="1940522253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06F7FD-6B34-0602-58A7-264935044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祢的光不是為審判定罪</a:t>
            </a:r>
          </a:p>
        </p:txBody>
      </p:sp>
    </p:spTree>
    <p:extLst>
      <p:ext uri="{BB962C8B-B14F-4D97-AF65-F5344CB8AC3E}">
        <p14:creationId xmlns:p14="http://schemas.microsoft.com/office/powerpoint/2010/main" val="1890303584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A6EFCE-59BB-E652-C258-54D4E2E46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而是顯明醫治恩典</a:t>
            </a:r>
          </a:p>
        </p:txBody>
      </p:sp>
    </p:spTree>
    <p:extLst>
      <p:ext uri="{BB962C8B-B14F-4D97-AF65-F5344CB8AC3E}">
        <p14:creationId xmlns:p14="http://schemas.microsoft.com/office/powerpoint/2010/main" val="1187751518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8C9A35-A082-8490-7BC2-A63EA2A58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在神榮耀的光中 祢愛超越過一切</a:t>
            </a:r>
          </a:p>
        </p:txBody>
      </p:sp>
    </p:spTree>
    <p:extLst>
      <p:ext uri="{BB962C8B-B14F-4D97-AF65-F5344CB8AC3E}">
        <p14:creationId xmlns:p14="http://schemas.microsoft.com/office/powerpoint/2010/main" val="1309991432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6136FF-8067-9C83-EDEB-044EDD5DC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祢的光顯明不是為讓我羞愧</a:t>
            </a:r>
          </a:p>
        </p:txBody>
      </p:sp>
    </p:spTree>
    <p:extLst>
      <p:ext uri="{BB962C8B-B14F-4D97-AF65-F5344CB8AC3E}">
        <p14:creationId xmlns:p14="http://schemas.microsoft.com/office/powerpoint/2010/main" val="3284787296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9CDDD6-3E19-5499-F874-996B777E2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而是煉淨和安慰</a:t>
            </a:r>
          </a:p>
        </p:txBody>
      </p:sp>
    </p:spTree>
    <p:extLst>
      <p:ext uri="{BB962C8B-B14F-4D97-AF65-F5344CB8AC3E}">
        <p14:creationId xmlns:p14="http://schemas.microsoft.com/office/powerpoint/2010/main" val="2826871110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59ECB6-7BCE-141B-D014-C04A1B9A8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使我剛強全因祢恩典</a:t>
            </a:r>
          </a:p>
        </p:txBody>
      </p:sp>
    </p:spTree>
    <p:extLst>
      <p:ext uri="{BB962C8B-B14F-4D97-AF65-F5344CB8AC3E}">
        <p14:creationId xmlns:p14="http://schemas.microsoft.com/office/powerpoint/2010/main" val="655576236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59ECB6-7BCE-141B-D014-C04A1B9A8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我宣揚到永遠</a:t>
            </a:r>
          </a:p>
        </p:txBody>
      </p:sp>
    </p:spTree>
    <p:extLst>
      <p:ext uri="{BB962C8B-B14F-4D97-AF65-F5344CB8AC3E}">
        <p14:creationId xmlns:p14="http://schemas.microsoft.com/office/powerpoint/2010/main" val="3641451290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標題 1">
            <a:extLst>
              <a:ext uri="{FF2B5EF4-FFF2-40B4-BE49-F238E27FC236}">
                <a16:creationId xmlns:a16="http://schemas.microsoft.com/office/drawing/2014/main" id="{18E5381A-2418-5B91-3299-DE9CABEE52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zh-TW" altLang="en-US" sz="4800" dirty="0"/>
              <a:t>對你們敬畏我名的人，</a:t>
            </a:r>
            <a:endParaRPr lang="en-US" altLang="zh-TW" sz="4800" dirty="0"/>
          </a:p>
          <a:p>
            <a:pPr algn="l">
              <a:lnSpc>
                <a:spcPct val="90000"/>
              </a:lnSpc>
            </a:pPr>
            <a:r>
              <a:rPr lang="zh-TW" altLang="en-US" sz="4800" dirty="0"/>
              <a:t>必有公義的太陽出現，</a:t>
            </a:r>
            <a:endParaRPr lang="en-US" altLang="zh-TW" sz="4800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2096BD5F-1710-9862-1614-9DB03CAC5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2276872"/>
            <a:ext cx="9090744" cy="648072"/>
          </a:xfrm>
        </p:spPr>
        <p:txBody>
          <a:bodyPr/>
          <a:lstStyle/>
          <a:p>
            <a:r>
              <a:rPr lang="zh-TW" altLang="en-US" sz="4400" dirty="0"/>
              <a:t>瑪拉基書</a:t>
            </a:r>
            <a:r>
              <a:rPr lang="en-US" altLang="zh-TW" sz="4400" dirty="0"/>
              <a:t> 4:2</a:t>
            </a:r>
            <a:endParaRPr lang="zh-TW" altLang="en-US" sz="4400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911D753-9EF5-F34F-1032-C527C32ED32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altLang="zh-TW" dirty="0"/>
              <a:t>2a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41861488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標題 1">
            <a:extLst>
              <a:ext uri="{FF2B5EF4-FFF2-40B4-BE49-F238E27FC236}">
                <a16:creationId xmlns:a16="http://schemas.microsoft.com/office/drawing/2014/main" id="{18E5381A-2418-5B91-3299-DE9CABEE52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zh-TW" altLang="en-US" sz="4800" dirty="0"/>
              <a:t>其光線有醫治的能力。</a:t>
            </a:r>
            <a:endParaRPr lang="en-US" altLang="zh-TW" sz="4800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2096BD5F-1710-9862-1614-9DB03CAC5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2204864"/>
            <a:ext cx="9090744" cy="720080"/>
          </a:xfrm>
        </p:spPr>
        <p:txBody>
          <a:bodyPr/>
          <a:lstStyle/>
          <a:p>
            <a:r>
              <a:rPr lang="zh-TW" altLang="en-US" sz="4400" dirty="0"/>
              <a:t>瑪拉基書</a:t>
            </a:r>
            <a:r>
              <a:rPr lang="en-US" altLang="zh-TW" sz="4400" dirty="0"/>
              <a:t> 4:2</a:t>
            </a:r>
            <a:endParaRPr lang="zh-TW" altLang="en-US" sz="4400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911D753-9EF5-F34F-1032-C527C32ED32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altLang="zh-TW" dirty="0"/>
              <a:t>2b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43379132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7A7F71-B26C-6900-E27D-1D961CA3E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為自己禱告</a:t>
            </a:r>
            <a:endParaRPr lang="zh-TW" altLang="en-US" sz="5400" i="0" u="none" strike="noStrike" baseline="0" dirty="0">
              <a:solidFill>
                <a:schemeClr val="accent2"/>
              </a:solidFill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2B5E8B4-FF8C-6179-258E-BCCD41EE7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accent2"/>
                </a:solidFill>
              </a:rPr>
              <a:t>(</a:t>
            </a:r>
            <a:r>
              <a:rPr lang="zh-TW" altLang="en-US" dirty="0">
                <a:solidFill>
                  <a:schemeClr val="accent2"/>
                </a:solidFill>
              </a:rPr>
              <a:t>將生命中的難處都帶到神面前</a:t>
            </a:r>
            <a:r>
              <a:rPr lang="en-US" altLang="zh-TW" dirty="0">
                <a:solidFill>
                  <a:schemeClr val="accent2"/>
                </a:solidFill>
              </a:rPr>
              <a:t>)</a:t>
            </a:r>
            <a:endParaRPr lang="zh-TW" alt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493484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06F7FD-6B34-0602-58A7-264935044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祢的光不是為審判定罪</a:t>
            </a:r>
          </a:p>
        </p:txBody>
      </p:sp>
    </p:spTree>
    <p:extLst>
      <p:ext uri="{BB962C8B-B14F-4D97-AF65-F5344CB8AC3E}">
        <p14:creationId xmlns:p14="http://schemas.microsoft.com/office/powerpoint/2010/main" val="130451613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A6EFCE-59BB-E652-C258-54D4E2E46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而是顯明醫治恩典</a:t>
            </a:r>
          </a:p>
        </p:txBody>
      </p:sp>
    </p:spTree>
    <p:extLst>
      <p:ext uri="{BB962C8B-B14F-4D97-AF65-F5344CB8AC3E}">
        <p14:creationId xmlns:p14="http://schemas.microsoft.com/office/powerpoint/2010/main" val="3986163479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8C9A35-A082-8490-7BC2-A63EA2A58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在神榮耀的光中 祢愛超越過一切</a:t>
            </a:r>
          </a:p>
        </p:txBody>
      </p:sp>
    </p:spTree>
    <p:extLst>
      <p:ext uri="{BB962C8B-B14F-4D97-AF65-F5344CB8AC3E}">
        <p14:creationId xmlns:p14="http://schemas.microsoft.com/office/powerpoint/2010/main" val="621949712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6136FF-8067-9C83-EDEB-044EDD5DC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祢的光顯明不是為讓我羞愧</a:t>
            </a:r>
          </a:p>
        </p:txBody>
      </p:sp>
    </p:spTree>
    <p:extLst>
      <p:ext uri="{BB962C8B-B14F-4D97-AF65-F5344CB8AC3E}">
        <p14:creationId xmlns:p14="http://schemas.microsoft.com/office/powerpoint/2010/main" val="3820038903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9CDDD6-3E19-5499-F874-996B777E2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而是煉淨和安慰</a:t>
            </a:r>
          </a:p>
        </p:txBody>
      </p:sp>
    </p:spTree>
    <p:extLst>
      <p:ext uri="{BB962C8B-B14F-4D97-AF65-F5344CB8AC3E}">
        <p14:creationId xmlns:p14="http://schemas.microsoft.com/office/powerpoint/2010/main" val="224762422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59ECB6-7BCE-141B-D014-C04A1B9A8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使我剛強全因祢恩典</a:t>
            </a:r>
          </a:p>
        </p:txBody>
      </p:sp>
    </p:spTree>
    <p:extLst>
      <p:ext uri="{BB962C8B-B14F-4D97-AF65-F5344CB8AC3E}">
        <p14:creationId xmlns:p14="http://schemas.microsoft.com/office/powerpoint/2010/main" val="1503184265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59ECB6-7BCE-141B-D014-C04A1B9A8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我宣揚到永遠</a:t>
            </a:r>
          </a:p>
        </p:txBody>
      </p:sp>
    </p:spTree>
    <p:extLst>
      <p:ext uri="{BB962C8B-B14F-4D97-AF65-F5344CB8AC3E}">
        <p14:creationId xmlns:p14="http://schemas.microsoft.com/office/powerpoint/2010/main" val="781710744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06F7FD-6B34-0602-58A7-264935044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祢的光不是為審判定罪</a:t>
            </a:r>
          </a:p>
        </p:txBody>
      </p:sp>
    </p:spTree>
    <p:extLst>
      <p:ext uri="{BB962C8B-B14F-4D97-AF65-F5344CB8AC3E}">
        <p14:creationId xmlns:p14="http://schemas.microsoft.com/office/powerpoint/2010/main" val="2099190428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A6EFCE-59BB-E652-C258-54D4E2E46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而是顯明醫治恩典</a:t>
            </a:r>
          </a:p>
        </p:txBody>
      </p:sp>
    </p:spTree>
    <p:extLst>
      <p:ext uri="{BB962C8B-B14F-4D97-AF65-F5344CB8AC3E}">
        <p14:creationId xmlns:p14="http://schemas.microsoft.com/office/powerpoint/2010/main" val="1098145689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8C9A35-A082-8490-7BC2-A63EA2A58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在神榮耀的光中 祢愛超越過一切</a:t>
            </a:r>
          </a:p>
        </p:txBody>
      </p:sp>
    </p:spTree>
    <p:extLst>
      <p:ext uri="{BB962C8B-B14F-4D97-AF65-F5344CB8AC3E}">
        <p14:creationId xmlns:p14="http://schemas.microsoft.com/office/powerpoint/2010/main" val="2454349949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6136FF-8067-9C83-EDEB-044EDD5DC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祢的光顯明不是為讓我羞愧</a:t>
            </a:r>
          </a:p>
        </p:txBody>
      </p:sp>
    </p:spTree>
    <p:extLst>
      <p:ext uri="{BB962C8B-B14F-4D97-AF65-F5344CB8AC3E}">
        <p14:creationId xmlns:p14="http://schemas.microsoft.com/office/powerpoint/2010/main" val="3520227333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9CDDD6-3E19-5499-F874-996B777E2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而是煉淨和安慰</a:t>
            </a:r>
          </a:p>
        </p:txBody>
      </p:sp>
    </p:spTree>
    <p:extLst>
      <p:ext uri="{BB962C8B-B14F-4D97-AF65-F5344CB8AC3E}">
        <p14:creationId xmlns:p14="http://schemas.microsoft.com/office/powerpoint/2010/main" val="764960767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59ECB6-7BCE-141B-D014-C04A1B9A8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使我剛強全因祢恩典</a:t>
            </a:r>
          </a:p>
        </p:txBody>
      </p:sp>
    </p:spTree>
    <p:extLst>
      <p:ext uri="{BB962C8B-B14F-4D97-AF65-F5344CB8AC3E}">
        <p14:creationId xmlns:p14="http://schemas.microsoft.com/office/powerpoint/2010/main" val="18091033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59ECB6-7BCE-141B-D014-C04A1B9A8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TW" altLang="en-US" b="1" i="0" u="none" strike="noStrike" baseline="0" dirty="0">
                <a:solidFill>
                  <a:srgbClr val="FFFF00"/>
                </a:solidFill>
                <a:latin typeface="源泉圓體 B" panose="020B0800000000000000" pitchFamily="34" charset="-120"/>
                <a:ea typeface="源泉圓體 B" panose="020B0800000000000000" pitchFamily="34" charset="-120"/>
              </a:rPr>
              <a:t>我宣揚到永遠</a:t>
            </a:r>
          </a:p>
        </p:txBody>
      </p:sp>
    </p:spTree>
    <p:extLst>
      <p:ext uri="{BB962C8B-B14F-4D97-AF65-F5344CB8AC3E}">
        <p14:creationId xmlns:p14="http://schemas.microsoft.com/office/powerpoint/2010/main" val="2709516970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3CC329-AF6A-F2AD-CBB8-F859C776C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endParaRPr lang="zh-TW" altLang="en-US" b="1" i="0" u="sng" strike="noStrike" baseline="0" dirty="0">
              <a:solidFill>
                <a:srgbClr val="FFFF00"/>
              </a:solidFill>
              <a:latin typeface="源泉圓體 B" panose="020B0800000000000000" pitchFamily="34" charset="-120"/>
              <a:ea typeface="源泉圓體 B" panose="020B0800000000000000" pitchFamily="34" charset="-120"/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648E011-F0C8-72C9-9228-68EB144F8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6612187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0702">
  <a:themeElements>
    <a:clrScheme name="丰恩投影片0702">
      <a:dk1>
        <a:sysClr val="windowText" lastClr="000000"/>
      </a:dk1>
      <a:lt1>
        <a:srgbClr val="FFFFFF"/>
      </a:lt1>
      <a:dk2>
        <a:srgbClr val="FFFF00"/>
      </a:dk2>
      <a:lt2>
        <a:srgbClr val="FFC000"/>
      </a:lt2>
      <a:accent1>
        <a:srgbClr val="F5D9D3"/>
      </a:accent1>
      <a:accent2>
        <a:srgbClr val="F6E8D5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丰恩投影字型20230820">
      <a:majorFont>
        <a:latin typeface="Comic Sans MS"/>
        <a:ea typeface="源泉圓體 B"/>
        <a:cs typeface=""/>
      </a:majorFont>
      <a:minorFont>
        <a:latin typeface="Comic Sans MS"/>
        <a:ea typeface="源泉圓體 B"/>
        <a:cs typeface="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佈景主題0702" id="{D29F7392-D146-4066-B916-379BF1CBBF9C}" vid="{21BE1E8F-8EA2-484B-8415-81951DE788FA}"/>
    </a:ext>
  </a:extLst>
</a:theme>
</file>

<file path=ppt/theme/theme2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18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19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20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21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22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23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24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25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26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27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28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29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30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31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32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33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34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35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36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37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38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39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40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41.xml><?xml version="1.0" encoding="utf-8"?>
<a:themeOverride xmlns:a="http://schemas.openxmlformats.org/drawingml/2006/main">
  <a:clrScheme name="丰恩投影片0702">
    <a:dk1>
      <a:sysClr val="windowText" lastClr="000000"/>
    </a:dk1>
    <a:lt1>
      <a:srgbClr val="FFFFFF"/>
    </a:lt1>
    <a:dk2>
      <a:srgbClr val="FFFF00"/>
    </a:dk2>
    <a:lt2>
      <a:srgbClr val="FFC000"/>
    </a:lt2>
    <a:accent1>
      <a:srgbClr val="F5D9D3"/>
    </a:accent1>
    <a:accent2>
      <a:srgbClr val="F6E8D5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54534</TotalTime>
  <Words>1540</Words>
  <Application>Microsoft Office PowerPoint</Application>
  <PresentationFormat>寬螢幕</PresentationFormat>
  <Paragraphs>244</Paragraphs>
  <Slides>222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4</vt:i4>
      </vt:variant>
      <vt:variant>
        <vt:lpstr>投影片標題</vt:lpstr>
      </vt:variant>
      <vt:variant>
        <vt:i4>222</vt:i4>
      </vt:variant>
    </vt:vector>
  </HeadingPairs>
  <TitlesOfParts>
    <vt:vector size="237" baseType="lpstr">
      <vt:lpstr>華康海報體W12</vt:lpstr>
      <vt:lpstr>華康粗圓體</vt:lpstr>
      <vt:lpstr>源泉圓體 B</vt:lpstr>
      <vt:lpstr>源泉圓體 H</vt:lpstr>
      <vt:lpstr>源泉圓體 M</vt:lpstr>
      <vt:lpstr>Arial</vt:lpstr>
      <vt:lpstr>Bauhaus 93</vt:lpstr>
      <vt:lpstr>Berlin Sans FB Demi</vt:lpstr>
      <vt:lpstr>Calibri</vt:lpstr>
      <vt:lpstr>Comic Sans MS</vt:lpstr>
      <vt:lpstr>Times New Roman</vt:lpstr>
      <vt:lpstr>佈景主題0702</vt:lpstr>
      <vt:lpstr>1_自訂設計</vt:lpstr>
      <vt:lpstr>4_自訂設計</vt:lpstr>
      <vt:lpstr>5_自訂設計</vt:lpstr>
      <vt:lpstr>PowerPoint 簡報</vt:lpstr>
      <vt:lpstr>這高貴新婦是我佳偶</vt:lpstr>
      <vt:lpstr>如此驚人的美麗 是天父為我預備</vt:lpstr>
      <vt:lpstr>她的歌聲是 如此甜美</vt:lpstr>
      <vt:lpstr>當她默然向我看一眼 </vt:lpstr>
      <vt:lpstr>她的愛觸動我心</vt:lpstr>
      <vt:lpstr>跟你旁邊的人說： 當你看耶穌一眼，就觸動祂的心哦!</vt:lpstr>
      <vt:lpstr>這高貴新婦是我佳偶</vt:lpstr>
      <vt:lpstr>如此驚人的美麗 是天父為我預備</vt:lpstr>
      <vt:lpstr>她的歌聲是 如此甜美</vt:lpstr>
      <vt:lpstr>當她默然向我看一眼 </vt:lpstr>
      <vt:lpstr>她的愛觸動我心</vt:lpstr>
      <vt:lpstr>這高貴新婦是我佳偶</vt:lpstr>
      <vt:lpstr>如此驚人的美麗 是天父為我預備</vt:lpstr>
      <vt:lpstr>她的歌聲是 如此甜美</vt:lpstr>
      <vt:lpstr>當她默然向我看一眼 </vt:lpstr>
      <vt:lpstr>她的愛觸動我心</vt:lpstr>
      <vt:lpstr>我已尋得我心的摯愛</vt:lpstr>
      <vt:lpstr>祂向我的熱情是 如此深深抓住我 </vt:lpstr>
      <vt:lpstr>深情的凝視 叫我傾迷</vt:lpstr>
      <vt:lpstr>祢的美麗奪了我心</vt:lpstr>
      <vt:lpstr>怎能不全心注視祢</vt:lpstr>
      <vt:lpstr>我已尋得我心的摯愛</vt:lpstr>
      <vt:lpstr>祂向我的熱情是 如此深深抓住我 </vt:lpstr>
      <vt:lpstr>深情的凝視 叫我傾迷</vt:lpstr>
      <vt:lpstr>祢的美麗奪了我心</vt:lpstr>
      <vt:lpstr>怎能不全心注視祢</vt:lpstr>
      <vt:lpstr>祢愛 像一團烈火</vt:lpstr>
      <vt:lpstr>每當一提到祢的名</vt:lpstr>
      <vt:lpstr>我的心就火熱地 燃起來</vt:lpstr>
      <vt:lpstr>祢愛 像一團烈火</vt:lpstr>
      <vt:lpstr>我終日都在思念祢 </vt:lpstr>
      <vt:lpstr>祢驚人美麗叫我屏息</vt:lpstr>
      <vt:lpstr>祢愛 像一團烈火</vt:lpstr>
      <vt:lpstr>每當一提到祢的名</vt:lpstr>
      <vt:lpstr>我的心就火熱地 燃起來</vt:lpstr>
      <vt:lpstr>祢愛 像一團烈火</vt:lpstr>
      <vt:lpstr>我終日都在思念祢 </vt:lpstr>
      <vt:lpstr>祢驚人美麗叫我屏息</vt:lpstr>
      <vt:lpstr>愛火燃燒</vt:lpstr>
      <vt:lpstr>PowerPoint 簡報</vt:lpstr>
      <vt:lpstr>OH~ OH~ (x2)</vt:lpstr>
      <vt:lpstr>祢愛 像一團烈火</vt:lpstr>
      <vt:lpstr>每當一提到祢的名</vt:lpstr>
      <vt:lpstr>我的心就火熱地 燃起來</vt:lpstr>
      <vt:lpstr>祢愛 像一團烈火</vt:lpstr>
      <vt:lpstr>我終日都在思念祢 </vt:lpstr>
      <vt:lpstr>祢驚人美麗叫我屏息</vt:lpstr>
      <vt:lpstr>祢愛 像一團烈火</vt:lpstr>
      <vt:lpstr>每當一提到祢的名</vt:lpstr>
      <vt:lpstr>我的心就火熱地 燃起來</vt:lpstr>
      <vt:lpstr>祢愛 像一團烈火</vt:lpstr>
      <vt:lpstr>我終日都在思念祢 </vt:lpstr>
      <vt:lpstr>祢驚人美麗叫我屏息</vt:lpstr>
      <vt:lpstr>愛火燃燒 愛火燃燒</vt:lpstr>
      <vt:lpstr>PowerPoint 簡報</vt:lpstr>
      <vt:lpstr>逆流而上 逆風前進</vt:lpstr>
      <vt:lpstr>小看艱難的環境</vt:lpstr>
      <vt:lpstr>隨著波逐流 不是我本性</vt:lpstr>
      <vt:lpstr>逆轉之戰 逆勢反彈</vt:lpstr>
      <vt:lpstr>無視地球的重力</vt:lpstr>
      <vt:lpstr>倚靠祢掙脫  挫敗的壓力</vt:lpstr>
      <vt:lpstr>逆著風 向前進</vt:lpstr>
      <vt:lpstr>只因祢 與我同行</vt:lpstr>
      <vt:lpstr>這一局 全在祢手裡</vt:lpstr>
      <vt:lpstr>這是我的逆襲</vt:lpstr>
      <vt:lpstr>Oh oh oh 在逆境中前進</vt:lpstr>
      <vt:lpstr>Oh oh oh 我呼喊耶穌的名</vt:lpstr>
      <vt:lpstr>不可能的事 全向祢屈膝</vt:lpstr>
      <vt:lpstr>我得勝的旌旗</vt:lpstr>
      <vt:lpstr>Oh oh oh 在逆境中前進</vt:lpstr>
      <vt:lpstr>Oh oh oh 我呼喊耶穌的名</vt:lpstr>
      <vt:lpstr>我得勝有餘 都因祢聖名</vt:lpstr>
      <vt:lpstr>逆轉之戰 逆勢反彈</vt:lpstr>
      <vt:lpstr>無視地球的重力</vt:lpstr>
      <vt:lpstr>倚靠祢掙脫  挫敗的壓力</vt:lpstr>
      <vt:lpstr>逆著風 向前進</vt:lpstr>
      <vt:lpstr>只因祢 與我同行</vt:lpstr>
      <vt:lpstr>這一局 全在祢手裡</vt:lpstr>
      <vt:lpstr>這是我的逆襲</vt:lpstr>
      <vt:lpstr>Oh oh oh 在逆境中前進</vt:lpstr>
      <vt:lpstr>Oh oh oh 我呼喊耶穌的名</vt:lpstr>
      <vt:lpstr>不可能的事 全向祢屈膝</vt:lpstr>
      <vt:lpstr>我得勝的旌旗</vt:lpstr>
      <vt:lpstr>Oh oh oh 在逆境中前進</vt:lpstr>
      <vt:lpstr>Oh oh oh 我呼喊耶穌的名</vt:lpstr>
      <vt:lpstr>我得勝有餘 都因祢聖名</vt:lpstr>
      <vt:lpstr>世界太多聲音 意圖使我膽怯戰競</vt:lpstr>
      <vt:lpstr>祢卻讓逆風為我 生命的剛強效力</vt:lpstr>
      <vt:lpstr>逆著風 向前進</vt:lpstr>
      <vt:lpstr>只因祢 與我同行</vt:lpstr>
      <vt:lpstr>這一局 全在祢手裡</vt:lpstr>
      <vt:lpstr>逆著風 向前進</vt:lpstr>
      <vt:lpstr>只因祢 與我同行</vt:lpstr>
      <vt:lpstr>這一局 全在祢手裡</vt:lpstr>
      <vt:lpstr>這是我的逆襲</vt:lpstr>
      <vt:lpstr>逆著風 向前進</vt:lpstr>
      <vt:lpstr>只因祢 與我同行</vt:lpstr>
      <vt:lpstr>這一局 全在祢手裡</vt:lpstr>
      <vt:lpstr>這是我的逆襲</vt:lpstr>
      <vt:lpstr>Oh oh oh 在逆境中前進</vt:lpstr>
      <vt:lpstr>Oh oh oh 我呼喊耶穌的名</vt:lpstr>
      <vt:lpstr>不可能的事 全向祢屈膝</vt:lpstr>
      <vt:lpstr>我得勝的旌旗</vt:lpstr>
      <vt:lpstr>Oh oh oh 在逆境中前進</vt:lpstr>
      <vt:lpstr>Oh oh oh 我呼喊耶穌的名</vt:lpstr>
      <vt:lpstr>我得勝有餘 都因祢聖名</vt:lpstr>
      <vt:lpstr>開口宣告</vt:lpstr>
      <vt:lpstr>PowerPoint 簡報</vt:lpstr>
      <vt:lpstr>撒迦利亞書4:6</vt:lpstr>
      <vt:lpstr>撒迦利亞書4:6</vt:lpstr>
      <vt:lpstr>PowerPoint 簡報</vt:lpstr>
      <vt:lpstr>當我們讓 好行為來</vt:lpstr>
      <vt:lpstr>取代真誠的讚美</vt:lpstr>
      <vt:lpstr>漸漸遺忘了那起初的愛心</vt:lpstr>
      <vt:lpstr>當我們雖 懷著好意</vt:lpstr>
      <vt:lpstr>卻背離祢的心</vt:lpstr>
      <vt:lpstr>赦免我 赦免我們</vt:lpstr>
      <vt:lpstr>當我們讓 好行為來</vt:lpstr>
      <vt:lpstr>取代真誠的讚美</vt:lpstr>
      <vt:lpstr>漸漸遺忘了那起初的愛心</vt:lpstr>
      <vt:lpstr>當我們雖 懷著好意</vt:lpstr>
      <vt:lpstr>卻背離祢的心</vt:lpstr>
      <vt:lpstr>赦免我 赦免我們</vt:lpstr>
      <vt:lpstr>聖靈請祢來 充滿我們</vt:lpstr>
      <vt:lpstr>若沒有祢就沒有意義</vt:lpstr>
      <vt:lpstr>再無任何事物能使我滿足</vt:lpstr>
      <vt:lpstr>若沒有祢就沒有意義</vt:lpstr>
      <vt:lpstr>若沒有祢就沒有意義</vt:lpstr>
      <vt:lpstr>當我建造 地上的國</vt:lpstr>
      <vt:lpstr>而非建造祢的國</vt:lpstr>
      <vt:lpstr>祢同在才是我們所渴求</vt:lpstr>
      <vt:lpstr>當我們活得像奴僕 </vt:lpstr>
      <vt:lpstr>而非神兒女身分</vt:lpstr>
      <vt:lpstr>赦免我 赦免我們</vt:lpstr>
      <vt:lpstr>聖靈請祢來 充滿我們</vt:lpstr>
      <vt:lpstr>若沒有祢就沒有意義</vt:lpstr>
      <vt:lpstr>再無任何事物能使我滿足</vt:lpstr>
      <vt:lpstr>若沒有祢就沒有意義</vt:lpstr>
      <vt:lpstr>若沒有祢就沒有意義</vt:lpstr>
      <vt:lpstr>PowerPoint 簡報</vt:lpstr>
      <vt:lpstr>我們渴望成為祢器皿</vt:lpstr>
      <vt:lpstr>充滿我心 來充滿我心</vt:lpstr>
      <vt:lpstr>當祢同在向我們傾倒</vt:lpstr>
      <vt:lpstr>永不止息 永不止息</vt:lpstr>
      <vt:lpstr>我們渴望成為祢器皿</vt:lpstr>
      <vt:lpstr>充滿我心 來充滿我心</vt:lpstr>
      <vt:lpstr>當祢同在向我們傾倒</vt:lpstr>
      <vt:lpstr>永不止息 永不止息</vt:lpstr>
      <vt:lpstr>我們渴望成為祢器皿</vt:lpstr>
      <vt:lpstr>充滿我心 來充滿我心</vt:lpstr>
      <vt:lpstr>當祢同在向我們傾倒</vt:lpstr>
      <vt:lpstr>永不止息 永不止息</vt:lpstr>
      <vt:lpstr>聖靈請祢來 充滿我們</vt:lpstr>
      <vt:lpstr>若沒有祢就沒有意義</vt:lpstr>
      <vt:lpstr>再無任何事物能使我滿足</vt:lpstr>
      <vt:lpstr>若沒有祢就沒有意義</vt:lpstr>
      <vt:lpstr>若沒有祢就沒有意義</vt:lpstr>
      <vt:lpstr>若沒有祢就沒有意義</vt:lpstr>
      <vt:lpstr>自由敬拜</vt:lpstr>
      <vt:lpstr>聖靈請祢來 充滿我們</vt:lpstr>
      <vt:lpstr>若沒有祢就沒有意義</vt:lpstr>
      <vt:lpstr>再無任何事物能使我滿足</vt:lpstr>
      <vt:lpstr>若沒有祢就沒有意義</vt:lpstr>
      <vt:lpstr>若沒有祢就沒有意義</vt:lpstr>
      <vt:lpstr>若沒有祢就沒有意義</vt:lpstr>
      <vt:lpstr>PowerPoint 簡報</vt:lpstr>
      <vt:lpstr>聖靈請祢來 充滿我們</vt:lpstr>
      <vt:lpstr>若沒有祢就沒有意義</vt:lpstr>
      <vt:lpstr>再無任何事物能使我滿足</vt:lpstr>
      <vt:lpstr>若沒有祢就沒有意義</vt:lpstr>
      <vt:lpstr>若沒有祢就沒有意義</vt:lpstr>
      <vt:lpstr>若沒有祢就沒有意義</vt:lpstr>
      <vt:lpstr>PowerPoint 簡報</vt:lpstr>
      <vt:lpstr>詩篇 36:9</vt:lpstr>
      <vt:lpstr>詩篇 36:9</vt:lpstr>
      <vt:lpstr>驚嘆在神榮耀光中</vt:lpstr>
      <vt:lpstr>潔淨穿透的光中</vt:lpstr>
      <vt:lpstr>顯明我羞愧 那些我所知道的罪</vt:lpstr>
      <vt:lpstr>沐浴在祢溫柔光中</vt:lpstr>
      <vt:lpstr>祢愛溫暖的光中</vt:lpstr>
      <vt:lpstr>醫治我傷痛 從破碎中讓我掙脫</vt:lpstr>
      <vt:lpstr>在祢同在光中</vt:lpstr>
      <vt:lpstr>祢的光不是為審判定罪</vt:lpstr>
      <vt:lpstr>而是顯明醫治恩典</vt:lpstr>
      <vt:lpstr>在神榮耀的光中 祢愛超越過一切</vt:lpstr>
      <vt:lpstr>祢的光顯明不是為讓我羞愧</vt:lpstr>
      <vt:lpstr>而是煉淨和安慰</vt:lpstr>
      <vt:lpstr>使我剛強全因祢恩典</vt:lpstr>
      <vt:lpstr>我宣揚到永遠</vt:lpstr>
      <vt:lpstr>驚嘆在神榮耀光中</vt:lpstr>
      <vt:lpstr>潔淨穿透的光中</vt:lpstr>
      <vt:lpstr>顯明我羞愧 那些我所知道的罪</vt:lpstr>
      <vt:lpstr>沐浴在祢溫柔光中</vt:lpstr>
      <vt:lpstr>祢愛溫暖的光中</vt:lpstr>
      <vt:lpstr>醫治我傷痛 從破碎中讓我掙脫</vt:lpstr>
      <vt:lpstr>在祢同在光中</vt:lpstr>
      <vt:lpstr>祢的光不是為審判定罪</vt:lpstr>
      <vt:lpstr>而是顯明醫治恩典</vt:lpstr>
      <vt:lpstr>在神榮耀的光中 祢愛超越過一切</vt:lpstr>
      <vt:lpstr>祢的光顯明不是為讓我羞愧</vt:lpstr>
      <vt:lpstr>而是煉淨和安慰</vt:lpstr>
      <vt:lpstr>使我剛強全因祢恩典</vt:lpstr>
      <vt:lpstr>我宣揚到永遠</vt:lpstr>
      <vt:lpstr>瑪拉基書 4:2</vt:lpstr>
      <vt:lpstr>瑪拉基書 4:2</vt:lpstr>
      <vt:lpstr>為自己禱告</vt:lpstr>
      <vt:lpstr>祢的光不是為審判定罪</vt:lpstr>
      <vt:lpstr>而是顯明醫治恩典</vt:lpstr>
      <vt:lpstr>在神榮耀的光中 祢愛超越過一切</vt:lpstr>
      <vt:lpstr>祢的光顯明不是為讓我羞愧</vt:lpstr>
      <vt:lpstr>而是煉淨和安慰</vt:lpstr>
      <vt:lpstr>使我剛強全因祢恩典</vt:lpstr>
      <vt:lpstr>我宣揚到永遠</vt:lpstr>
      <vt:lpstr>祢的光不是為審判定罪</vt:lpstr>
      <vt:lpstr>而是顯明醫治恩典</vt:lpstr>
      <vt:lpstr>在神榮耀的光中 祢愛超越過一切</vt:lpstr>
      <vt:lpstr>祢的光顯明不是為讓我羞愧</vt:lpstr>
      <vt:lpstr>而是煉淨和安慰</vt:lpstr>
      <vt:lpstr>使我剛強全因祢恩典</vt:lpstr>
      <vt:lpstr>我宣揚到永遠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wmc</dc:creator>
  <cp:lastModifiedBy>佳欣 林</cp:lastModifiedBy>
  <cp:revision>7837</cp:revision>
  <dcterms:created xsi:type="dcterms:W3CDTF">2016-07-02T15:16:37Z</dcterms:created>
  <dcterms:modified xsi:type="dcterms:W3CDTF">2026-03-31T08:59:46Z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2052-10.1.0.5777</vt:lpwstr>
  </property>
</Properties>
</file>