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1" r:id="rId1"/>
    <p:sldMasterId id="2147484113" r:id="rId2"/>
    <p:sldMasterId id="2147484231" r:id="rId3"/>
    <p:sldMasterId id="2147484237" r:id="rId4"/>
  </p:sldMasterIdLst>
  <p:notesMasterIdLst>
    <p:notesMasterId r:id="rId227"/>
  </p:notesMasterIdLst>
  <p:handoutMasterIdLst>
    <p:handoutMasterId r:id="rId228"/>
  </p:handoutMasterIdLst>
  <p:sldIdLst>
    <p:sldId id="256" r:id="rId12"/>
    <p:sldId id="257" r:id="rId13"/>
    <p:sldId id="258" r:id="rId14"/>
    <p:sldId id="259" r:id="rId15"/>
    <p:sldId id="260" r:id="rId16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-1練唱" id="{AD1662AF-DDD4-495C-AE99-799CB60B9BE2}">
          <p14:sldIdLst/>
        </p14:section>
        <p14:section name="01-2破冰" id="{97DE0F56-5EA9-4D28-AF50-33338B0A8918}">
          <p14:sldIdLst/>
        </p14:section>
        <p14:section name="01-3靈修" id="{C7E39D60-E34C-4C22-877B-9764AEBA94A3}">
          <p14:sldIdLst/>
        </p14:section>
        <p14:section name="02 敬拜" id="{38403C73-8CAE-452F-A9CD-75C7652A78A8}">
          <p14:sldIdLst>
            <p14:sldId id="44032"/>
            <p14:sldId id="44195"/>
            <p14:sldId id="44196"/>
            <p14:sldId id="44197"/>
            <p14:sldId id="44198"/>
            <p14:sldId id="44199"/>
            <p14:sldId id="256"/>
            <p14:sldId id="44200"/>
            <p14:sldId id="44201"/>
            <p14:sldId id="44202"/>
            <p14:sldId id="44203"/>
            <p14:sldId id="44204"/>
            <p14:sldId id="44205"/>
            <p14:sldId id="44206"/>
            <p14:sldId id="44207"/>
            <p14:sldId id="44208"/>
            <p14:sldId id="44209"/>
            <p14:sldId id="262"/>
            <p14:sldId id="263"/>
            <p14:sldId id="259"/>
            <p14:sldId id="260"/>
            <p14:sldId id="44181"/>
            <p14:sldId id="44210"/>
            <p14:sldId id="44211"/>
            <p14:sldId id="44212"/>
            <p14:sldId id="44213"/>
            <p14:sldId id="44214"/>
            <p14:sldId id="266"/>
            <p14:sldId id="267"/>
            <p14:sldId id="268"/>
            <p14:sldId id="269"/>
            <p14:sldId id="270"/>
            <p14:sldId id="44183"/>
            <p14:sldId id="44215"/>
            <p14:sldId id="44216"/>
            <p14:sldId id="44217"/>
            <p14:sldId id="44218"/>
            <p14:sldId id="44219"/>
            <p14:sldId id="44220"/>
            <p14:sldId id="271"/>
            <p14:sldId id="44350"/>
            <p14:sldId id="44221"/>
            <p14:sldId id="44222"/>
            <p14:sldId id="44223"/>
            <p14:sldId id="44224"/>
            <p14:sldId id="44225"/>
            <p14:sldId id="44226"/>
            <p14:sldId id="44227"/>
            <p14:sldId id="44228"/>
            <p14:sldId id="44229"/>
            <p14:sldId id="44230"/>
            <p14:sldId id="44231"/>
            <p14:sldId id="44232"/>
            <p14:sldId id="44233"/>
            <p14:sldId id="44234"/>
            <p14:sldId id="4419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44191"/>
            <p14:sldId id="281"/>
            <p14:sldId id="282"/>
            <p14:sldId id="283"/>
            <p14:sldId id="44194"/>
            <p14:sldId id="284"/>
            <p14:sldId id="285"/>
            <p14:sldId id="286"/>
            <p14:sldId id="44312"/>
            <p14:sldId id="44313"/>
            <p14:sldId id="44314"/>
            <p14:sldId id="44315"/>
            <p14:sldId id="44316"/>
            <p14:sldId id="44317"/>
            <p14:sldId id="44318"/>
            <p14:sldId id="44319"/>
            <p14:sldId id="44320"/>
            <p14:sldId id="44321"/>
            <p14:sldId id="44322"/>
            <p14:sldId id="44323"/>
            <p14:sldId id="44324"/>
            <p14:sldId id="44325"/>
            <p14:sldId id="287"/>
            <p14:sldId id="289"/>
            <p14:sldId id="44354"/>
            <p14:sldId id="44355"/>
            <p14:sldId id="44356"/>
            <p14:sldId id="44358"/>
            <p14:sldId id="44359"/>
            <p14:sldId id="44360"/>
            <p14:sldId id="44361"/>
            <p14:sldId id="44362"/>
            <p14:sldId id="44363"/>
            <p14:sldId id="44364"/>
            <p14:sldId id="44365"/>
            <p14:sldId id="44326"/>
            <p14:sldId id="44327"/>
            <p14:sldId id="44328"/>
            <p14:sldId id="44329"/>
            <p14:sldId id="44330"/>
            <p14:sldId id="44331"/>
            <p14:sldId id="44346"/>
            <p14:sldId id="44347"/>
            <p14:sldId id="44184"/>
            <p14:sldId id="44235"/>
            <p14:sldId id="44236"/>
            <p14:sldId id="44366"/>
            <p14:sldId id="44237"/>
            <p14:sldId id="44238"/>
            <p14:sldId id="44239"/>
            <p14:sldId id="44240"/>
            <p14:sldId id="44241"/>
            <p14:sldId id="44242"/>
            <p14:sldId id="292"/>
            <p14:sldId id="44192"/>
            <p14:sldId id="293"/>
            <p14:sldId id="294"/>
            <p14:sldId id="44193"/>
            <p14:sldId id="295"/>
            <p14:sldId id="296"/>
            <p14:sldId id="297"/>
            <p14:sldId id="298"/>
            <p14:sldId id="299"/>
            <p14:sldId id="300"/>
            <p14:sldId id="301"/>
            <p14:sldId id="44185"/>
            <p14:sldId id="302"/>
            <p14:sldId id="303"/>
            <p14:sldId id="44186"/>
            <p14:sldId id="304"/>
            <p14:sldId id="44243"/>
            <p14:sldId id="44244"/>
            <p14:sldId id="44245"/>
            <p14:sldId id="44246"/>
            <p14:sldId id="44247"/>
            <p14:sldId id="44248"/>
            <p14:sldId id="305"/>
            <p14:sldId id="306"/>
            <p14:sldId id="307"/>
            <p14:sldId id="309"/>
            <p14:sldId id="44266"/>
            <p14:sldId id="44267"/>
            <p14:sldId id="44268"/>
            <p14:sldId id="44269"/>
            <p14:sldId id="44270"/>
            <p14:sldId id="44271"/>
            <p14:sldId id="44272"/>
            <p14:sldId id="44273"/>
            <p14:sldId id="44249"/>
            <p14:sldId id="44250"/>
            <p14:sldId id="44251"/>
            <p14:sldId id="44252"/>
            <p14:sldId id="44253"/>
            <p14:sldId id="44370"/>
            <p14:sldId id="310"/>
            <p14:sldId id="44254"/>
            <p14:sldId id="44255"/>
            <p14:sldId id="44256"/>
            <p14:sldId id="44257"/>
            <p14:sldId id="44258"/>
            <p14:sldId id="44367"/>
            <p14:sldId id="44259"/>
            <p14:sldId id="44260"/>
            <p14:sldId id="44261"/>
            <p14:sldId id="44262"/>
            <p14:sldId id="44263"/>
            <p14:sldId id="44264"/>
            <p14:sldId id="44368"/>
            <p14:sldId id="44265"/>
            <p14:sldId id="44369"/>
            <p14:sldId id="44371"/>
            <p14:sldId id="311"/>
            <p14:sldId id="44187"/>
            <p14:sldId id="312"/>
            <p14:sldId id="313"/>
            <p14:sldId id="44188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44189"/>
            <p14:sldId id="44277"/>
            <p14:sldId id="44278"/>
            <p14:sldId id="44279"/>
            <p14:sldId id="44280"/>
            <p14:sldId id="44281"/>
            <p14:sldId id="44282"/>
            <p14:sldId id="44283"/>
            <p14:sldId id="44284"/>
            <p14:sldId id="44285"/>
            <p14:sldId id="44286"/>
            <p14:sldId id="44287"/>
            <p14:sldId id="44288"/>
            <p14:sldId id="44289"/>
            <p14:sldId id="44290"/>
            <p14:sldId id="44274"/>
            <p14:sldId id="44348"/>
            <p14:sldId id="323"/>
            <p14:sldId id="44291"/>
            <p14:sldId id="44292"/>
            <p14:sldId id="44293"/>
            <p14:sldId id="44294"/>
            <p14:sldId id="44295"/>
            <p14:sldId id="44296"/>
            <p14:sldId id="44297"/>
            <p14:sldId id="44298"/>
            <p14:sldId id="44299"/>
            <p14:sldId id="44300"/>
            <p14:sldId id="44301"/>
            <p14:sldId id="44302"/>
            <p14:sldId id="44303"/>
            <p14:sldId id="44304"/>
            <p14:sldId id="324"/>
          </p14:sldIdLst>
        </p14:section>
        <p14:section name="03 證道" id="{1F7E1421-01C2-4606-A786-D577DF8406A7}">
          <p14:sldIdLst/>
        </p14:section>
        <p14:section name="04 異象" id="{C66EA043-1936-4406-87C7-1A18D82E7834}">
          <p14:sldIdLst/>
        </p14:section>
        <p14:section name="05 聖餐詩歌" id="{1BD471CE-FEAC-4141-ACD7-403887E8D831}">
          <p14:sldIdLst/>
        </p14:section>
        <p14:section name="99 備用檔案" id="{4A3B76D2-A78B-411C-95B5-D72A6967777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6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宇辰 胡" initials="宇辰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D5D7"/>
    <a:srgbClr val="FB4392"/>
    <a:srgbClr val="EDEBF9"/>
    <a:srgbClr val="F7F6FC"/>
    <a:srgbClr val="FFE5E5"/>
    <a:srgbClr val="FDAF7A"/>
    <a:srgbClr val="FFD1D1"/>
    <a:srgbClr val="FA44C6"/>
    <a:srgbClr val="FF6161"/>
    <a:srgbClr val="FF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386" autoAdjust="0"/>
  </p:normalViewPr>
  <p:slideViewPr>
    <p:cSldViewPr>
      <p:cViewPr varScale="1">
        <p:scale>
          <a:sx n="73" d="100"/>
          <a:sy n="73" d="100"/>
        </p:scale>
        <p:origin x="198" y="60"/>
      </p:cViewPr>
      <p:guideLst>
        <p:guide orient="horz" pos="2659"/>
        <p:guide pos="3840"/>
      </p:guideLst>
    </p:cSldViewPr>
  </p:slideViewPr>
  <p:outlineViewPr>
    <p:cViewPr>
      <p:scale>
        <a:sx n="33" d="100"/>
        <a:sy n="33" d="100"/>
      </p:scale>
      <p:origin x="0" y="-11688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24384"/>
    </p:cViewPr>
  </p:sorterViewPr>
  <p:notesViewPr>
    <p:cSldViewPr>
      <p:cViewPr varScale="1">
        <p:scale>
          <a:sx n="48" d="100"/>
          <a:sy n="48" d="100"/>
        </p:scale>
        <p:origin x="2752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227" Type="http://schemas.openxmlformats.org/officeDocument/2006/relationships/notesMaster" Target="notesMasters/notesMaster1.xml"/><Relationship Id="rId228" Type="http://schemas.openxmlformats.org/officeDocument/2006/relationships/handoutMaster" Target="handoutMasters/handoutMaster1.xml"/><Relationship Id="rId229" Type="http://schemas.openxmlformats.org/officeDocument/2006/relationships/commentAuthors" Target="commentAuthors.xml"/><Relationship Id="rId230" Type="http://schemas.openxmlformats.org/officeDocument/2006/relationships/presProps" Target="presProps.xml"/><Relationship Id="rId231" Type="http://schemas.openxmlformats.org/officeDocument/2006/relationships/viewProps" Target="viewProps.xml"/><Relationship Id="rId232" Type="http://schemas.openxmlformats.org/officeDocument/2006/relationships/theme" Target="theme/theme1.xml"/><Relationship Id="rId2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E9F60E1A-FAD5-4512-92C2-EA8249D612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33B389D-6FEB-41FF-B45B-51E24792D4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90439-835A-4B8B-9246-DEA70DE12C46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356E347-01C8-4B71-929F-164642FF23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9EC264C-D9D7-4F60-B742-797BB779A1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75AA4-0F4E-493A-9CA0-DD8A918B89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013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itchFamily="18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469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itchFamily="18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0469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0469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itchFamily="18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469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itchFamily="18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fld id="{0CBC64E7-DA4B-4F89-BC01-E07BBF715033}" type="slidenum">
              <a:rPr lang="en-US" altLang="zh-TW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058524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microsoft.com/office/2007/relationships/hdphoto" Target="../media/hdphoto2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578CD6-1A1A-ADF1-9217-1F6CE7759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18253"/>
            <a:ext cx="12192000" cy="23827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399566-1E2D-6697-E474-9204585B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46672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B9F4783-4BAD-797E-163F-8EF4B2EC8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600" y="277629"/>
            <a:ext cx="11363960" cy="264731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TW" altLang="en-US" sz="5400" b="1" kern="1200" spc="350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altLang="zh-TW" sz="5400" spc="350" dirty="0">
              <a:ln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A9356316-CD07-B28C-8406-678C37B9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1988840"/>
            <a:ext cx="9090744" cy="936104"/>
          </a:xfrm>
        </p:spPr>
        <p:txBody>
          <a:bodyPr anchor="ctr">
            <a:noAutofit/>
          </a:bodyPr>
          <a:lstStyle>
            <a:lvl1pPr algn="r">
              <a:defRPr sz="4800"/>
            </a:lvl1pPr>
          </a:lstStyle>
          <a:p>
            <a:endParaRPr lang="zh-TW" altLang="en-US" dirty="0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552F5DAA-08A3-53D3-DB00-DAD4687AF38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-50800" y="277629"/>
            <a:ext cx="975360" cy="264731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TW" altLang="en-US" sz="3200" b="1" kern="1200" spc="150" baseline="0" dirty="0" smtClean="0">
                <a:ln>
                  <a:solidFill>
                    <a:prstClr val="black"/>
                  </a:solidFill>
                </a:ln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761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4FAF74-ED0F-38C8-1CCF-0CF3E52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548680"/>
            <a:ext cx="10945216" cy="2952328"/>
          </a:xfrm>
        </p:spPr>
        <p:txBody>
          <a:bodyPr anchor="ctr"/>
          <a:lstStyle>
            <a:lvl1pPr algn="ctr">
              <a:defRPr sz="8800"/>
            </a:lvl1pPr>
          </a:lstStyle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C88407-CFE3-5B5E-AB00-CD917FEEB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9656" y="3861047"/>
            <a:ext cx="7884368" cy="2852737"/>
          </a:xfrm>
        </p:spPr>
        <p:txBody>
          <a:bodyPr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TW" altLang="en-US" sz="4000" b="1" kern="1200" spc="300" dirty="0">
                <a:solidFill>
                  <a:prstClr val="white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Gen Jyuu Gothic Medium" panose="020B0402020203020207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lnSpc>
                <a:spcPct val="110000"/>
              </a:lnSpc>
            </a:pPr>
            <a:endParaRPr lang="en-US" altLang="zh-TW" sz="4000" b="1" spc="300" dirty="0">
              <a:solidFill>
                <a:prstClr val="white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Gen Jyuu Gothic Medium" panose="020B0402020203020207" pitchFamily="34" charset="-12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9FE429C4-DE46-C305-3146-5D32AFDB8920}"/>
              </a:ext>
            </a:extLst>
          </p:cNvPr>
          <p:cNvSpPr txBox="1">
            <a:spLocks/>
          </p:cNvSpPr>
          <p:nvPr userDrawn="1"/>
        </p:nvSpPr>
        <p:spPr>
          <a:xfrm>
            <a:off x="1343472" y="3861048"/>
            <a:ext cx="1584176" cy="28527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TW" altLang="en-US" sz="6000" b="1" kern="1200" spc="300" dirty="0">
                <a:solidFill>
                  <a:prstClr val="white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4000" b="1" kern="1200" spc="300" noProof="0" dirty="0">
                <a:solidFill>
                  <a:prstClr val="white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Gen Jyuu Gothic Medium" panose="020B0402020203020207" pitchFamily="34" charset="-120"/>
              </a:rPr>
              <a:t>講員：</a:t>
            </a:r>
            <a:endParaRPr kumimoji="0" lang="en-US" altLang="zh-TW" sz="4000" b="1" kern="1200" spc="300" noProof="0" dirty="0">
              <a:solidFill>
                <a:prstClr val="white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Gen Jyuu Gothic Medium" panose="020B0402020203020207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4000" b="1" kern="1200" spc="300" noProof="0" dirty="0">
                <a:solidFill>
                  <a:prstClr val="white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Gen Jyuu Gothic Medium" panose="020B0402020203020207" pitchFamily="34" charset="-120"/>
              </a:rPr>
              <a:t>經文：</a:t>
            </a:r>
            <a:endParaRPr kumimoji="0" lang="en-US" altLang="zh-TW" sz="4000" b="1" kern="1200" spc="300" noProof="0" dirty="0">
              <a:solidFill>
                <a:prstClr val="white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Gen Jyuu Gothic Medium" panose="020B0402020203020207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909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2029C-A616-E518-BAEF-8C4010A26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4625"/>
            <a:ext cx="11233248" cy="864095"/>
          </a:xfrm>
        </p:spPr>
        <p:txBody>
          <a:bodyPr/>
          <a:lstStyle>
            <a:lvl1pPr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  <a:defRPr kumimoji="1" lang="zh-TW" altLang="en-US" sz="6000" b="1" i="0" u="none" strike="noStrike" kern="1200" cap="none" spc="500" normalizeH="0" baseline="0" dirty="0">
                <a:ln w="22225" cmpd="sng">
                  <a:solidFill>
                    <a:prstClr val="white"/>
                  </a:solidFill>
                  <a:prstDash val="solid"/>
                </a:ln>
                <a:solidFill>
                  <a:srgbClr val="FF6161"/>
                </a:solidFill>
                <a:effectLst>
                  <a:glow>
                    <a:srgbClr val="FFFFFF">
                      <a:alpha val="3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j-cs"/>
              </a:defRPr>
            </a:lvl1pPr>
          </a:lstStyle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668F02-8CF6-397D-0FFE-7BDF62AB4A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376" y="908720"/>
            <a:ext cx="11233248" cy="59492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kumimoji="1" lang="zh-TW" altLang="en-US" sz="5400" b="1" i="0" u="none" strike="noStrike" kern="1200" cap="none" spc="300" normalizeH="0" baseline="0" noProof="0" dirty="0" smtClean="0">
                <a:ln w="22225" cmpd="sng">
                  <a:noFill/>
                  <a:prstDash val="solid"/>
                </a:ln>
                <a:solidFill>
                  <a:srgbClr val="FFC000">
                    <a:lumMod val="20000"/>
                    <a:lumOff val="80000"/>
                  </a:srgbClr>
                </a:solidFill>
                <a:effectLst>
                  <a:glow>
                    <a:srgbClr val="FFFFFF">
                      <a:alpha val="3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粗圓體" panose="020F0709000000000000" pitchFamily="49" charset="-120"/>
                <a:ea typeface="華康粗圓體" panose="020F0709000000000000" pitchFamily="49" charset="-120"/>
                <a:cs typeface="+mj-cs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964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153F42-9B75-19B0-CA51-F0B90FAA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7826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D2D8F-7571-279D-6F52-1A541FA05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698" y="1052736"/>
            <a:ext cx="8483836" cy="1430413"/>
          </a:xfrm>
        </p:spPr>
        <p:txBody>
          <a:bodyPr>
            <a:normAutofit/>
          </a:bodyPr>
          <a:lstStyle>
            <a:lvl1pPr>
              <a:defRPr kumimoji="1" lang="zh-TW" altLang="en-US" sz="8000" b="0" i="0" u="none" strike="noStrike" kern="1200" cap="none" spc="0" normalizeH="0" baseline="0" noProof="0" dirty="0">
                <a:ln w="50800">
                  <a:solidFill>
                    <a:srgbClr val="9E2AA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8000" b="0" i="0" u="none" strike="noStrike" kern="1200" cap="none" spc="0" normalizeH="0" baseline="0" noProof="0" dirty="0">
                <a:ln w="50800">
                  <a:solidFill>
                    <a:srgbClr val="FF6161"/>
                  </a:solidFill>
                  <a:prstDash val="solid"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rPr>
              <a:t>123</a:t>
            </a:r>
            <a:endParaRPr kumimoji="1" lang="zh-TW" altLang="en-US" sz="8000" b="0" i="0" u="none" strike="noStrike" kern="1200" cap="none" spc="0" normalizeH="0" baseline="0" noProof="0" dirty="0">
              <a:ln w="50800">
                <a:solidFill>
                  <a:srgbClr val="FF6161"/>
                </a:solidFill>
                <a:prstDash val="solid"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華康海報體W12" panose="02010609010101010101" pitchFamily="49" charset="-120"/>
              <a:ea typeface="華康海報體W12" panose="02010609010101010101" pitchFamily="49" charset="-120"/>
              <a:cs typeface="+mn-cs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EA1B83-8387-994E-6C0D-CAE7C66D76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66565" y="2511439"/>
            <a:ext cx="8563349" cy="1430413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1" lang="zh-TW" altLang="en-US" sz="8000" b="0" i="0" u="none" strike="noStrike" kern="1200" cap="none" spc="0" normalizeH="0" baseline="0" noProof="0" dirty="0">
                <a:ln w="50800">
                  <a:solidFill>
                    <a:srgbClr val="FF6161"/>
                  </a:solidFill>
                  <a:prstDash val="solid"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B701625-16AB-A0DF-C2C1-A87FA0B091B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84774" y="3957280"/>
            <a:ext cx="8831706" cy="1430413"/>
          </a:xfrm>
        </p:spPr>
        <p:txBody>
          <a:bodyPr anchor="ctr">
            <a:noAutofit/>
          </a:bodyPr>
          <a:lstStyle>
            <a:lvl1pPr>
              <a:defRPr kumimoji="1" lang="zh-TW" altLang="en-US" sz="8000" b="0" i="0" u="none" strike="noStrike" kern="1200" cap="none" spc="0" normalizeH="0" baseline="0" noProof="0" dirty="0">
                <a:ln w="50800">
                  <a:solidFill>
                    <a:srgbClr val="FF6161"/>
                  </a:solidFill>
                  <a:prstDash val="solid"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按一下以編輯母片文字樣式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7FBDC28-60B0-24E3-212F-4147CAD24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7181" r="-1311" b="17361"/>
          <a:stretch/>
        </p:blipFill>
        <p:spPr>
          <a:xfrm rot="443776">
            <a:off x="6003380" y="1070086"/>
            <a:ext cx="5597738" cy="50823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6686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2F840B63-0E3D-8203-B739-BB38CE5BD0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90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A90AF4-BDF3-FDFA-0BBA-A849E65B11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C2540-A7AF-ACE2-E5DA-267FDDBD84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70C913-4282-0336-6657-EBB7CCE0CD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E93CB-0AF0-326D-9833-0BA05C824A7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95A698-C4BE-DF4E-C9D2-B9F2308D0A1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A52639-34FE-3E62-E633-72C8A6F6A4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2E3942-CFAE-D047-AC98-923BAB9CF6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886FD4-937C-D5E0-5FE6-E804DDDF88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3B520E-07E2-6F05-228F-F8A728F776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526049-1FCA-0B0F-4094-241809E58D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CB4438-0A58-6F3E-744C-B527EA825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881CA3-8428-EE78-1C61-D5B8291D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35093E-37BA-FF78-D35A-CCE3BF70D7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2A86C5-35A5-F1CD-C8AA-DA5F1C58DF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3253C4-CC42-7F3F-63DC-1E58535074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623C84-C93C-52FC-57F2-9AF0FC350E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FBABBA-51E1-E350-AD58-6A36C2ED3F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3861B4-33E9-F070-4CDC-12E9C12DEF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D6F05-1FE2-0A1A-BB65-1B9C993B8DB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4873F8-C8B1-CF35-03AF-B46F89D5A7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1AEC8E-6828-5BC1-93EA-4EDA4594891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6941DD-8752-6B0A-5B93-D057538320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A771AE-773F-6387-8776-A537BCB5A4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24D835-0B8D-17C1-27AA-0FA27675C8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D31832-8FAF-A753-0B91-531C7E47B6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E34602-6155-6C65-6EF4-13755CEC67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3402A8-4733-E9FE-490A-5CC2343F4E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2DD985-552E-B73B-1779-8E26101E5A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EC1654-E024-D0F0-AA6C-FC773C9BDF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D79C8E-8590-399F-9E90-6E63A44587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DC4D25-89D6-240A-C1D1-573B65B098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95F1E34-44B4-A270-95AF-2C0B790B39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6C55E9-3E57-CEFE-AC46-26BB879B3B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8BEEDF-2082-21D1-AE72-D8DF090107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AED086-16F2-2FE8-EE6B-8ADCCD653A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449826-38CF-B21F-01C8-15648F0291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3E05AF-5270-4493-0A24-BA96BD0F42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3AF218-D8A5-CAA9-EFD7-393FDE4251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36D0DB-ACAA-230A-32AB-1E12CFD7759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3D5D75-D6B3-71B3-2262-757DDFC56E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4830323-84B8-4229-627E-487988D58B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49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9A7597-80D9-34F7-449C-914CB5902F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48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24E05F-B805-676A-C6E8-68107E1B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47046ED-E2B9-B436-CF9F-468FD36C8E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46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ECFB294-6401-6D23-002A-9090C30AE02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D76BA4-281B-19E5-6D66-A250E285A2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7D8E33-DAAA-8A5A-487E-0D4C0C9F4E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B24310-F02F-F74F-823B-D808E4EEB3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D74D127-92C4-5EB0-D3DB-626289CB0A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67566C-C4F8-5A83-5065-DFAD3FEC1C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289EFF-F850-46AC-7E8E-7891734745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3276F6D-8E0B-0D71-A5B4-74FD6075EC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DD4DE10-E8B6-1C48-3ACF-0EA5E4D72A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37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AA4C70-0862-833B-CF37-8216DF618C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A2FDFC3-004F-7C8C-2D04-4E7643FC94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E9726BB-C3D8-345E-ED88-1D043B93E9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8E2850E-70DE-C1F4-BCA1-6E4F2FED5B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E941D5-FD7E-D32E-CEE3-7523ADD053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7C2A52-044A-CF4B-85B6-E711A3CAAB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0BBD62-A7E0-3244-11F3-A1A1614C00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C1A38EC-E9CD-5EF9-90A3-EDE213A3F7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29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C516C5A-B59E-D535-E6BA-BDAE9476411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28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B4FDEC4-C059-A192-F1E1-5CEFBCD303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27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C0A49A-593D-55B0-B949-B8EACF3AFE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26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5C0BE68-2BB4-AD1B-538F-B4E4AA3E14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CFA9EC9-058D-7D3A-0F24-511EC211F1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47CA42E-3902-13F3-5BE3-6B35F4B342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23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5E4988A-C433-D1C6-05F5-8A135F60DE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C1B7360-F965-DA34-AC08-61F678D3F79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29BABEC-BE3B-D0B3-4D28-83DD5403F9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4AE24AC-7168-92C2-E649-4A2F051838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19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4CE4356-9332-1456-BCFE-567BCC122E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18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B2F1C0B-702D-0FF8-61C7-FEAD95295D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9ED3F07-F34F-37EA-A31E-607EFD803A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16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4FA76DC-EE34-7CE3-A45E-4108A7A8B3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15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14D456E-9533-B586-8E0F-DC473BFD8D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14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C8B5A3A-9C4A-B63E-0EED-ECEF0D69BE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13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66AF290-A971-C036-5196-ECE94A7D1AD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2A33DB0-AABA-D144-7055-254A1404EA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F023BAB-9DA3-F244-0A7A-9CDCD041511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 dirty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10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56A255A-72A4-EF91-0DDA-064906A0E5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9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5874FEC-1668-6D87-2007-93D72F7E20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8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2AA8AAF-8B78-963F-A26F-BA9F5E93E1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7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5DEC5A-70C2-C797-0020-0BBAFA5B46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6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B2ECB17-D448-10A5-F361-CB637352E8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5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64390A1-E619-AA1D-3F9C-7C74010162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6E9E7C-B3C4-FB89-A508-388528AE911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A2F244A-63F2-B6AA-767E-9EF8A23558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3376B1D-F4FE-7D3B-500F-B85ED4DE19A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E550630-2DCC-1397-73FD-C21DCF0A74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 dirty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0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5FC3C0B-FCF0-3834-A515-613EBD3CE4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7181" r="-1311" b="17361"/>
          <a:stretch/>
        </p:blipFill>
        <p:spPr>
          <a:xfrm rot="443776">
            <a:off x="6003380" y="1070086"/>
            <a:ext cx="5597738" cy="50823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3819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7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3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4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8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9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1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4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8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4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6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7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8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9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1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2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3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4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5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6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7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80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9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2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3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4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5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66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67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680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69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700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71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720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3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7400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75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600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77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80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9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800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82000"/>
                            </p:stCondLst>
                            <p:childTnLst>
                              <p:par>
                                <p:cTn id="2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83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8400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85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86000"/>
                            </p:stCondLst>
                            <p:childTnLst>
                              <p:par>
                                <p:cTn id="2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87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8000"/>
                            </p:stCondLst>
                            <p:childTnLst>
                              <p:par>
                                <p:cTn id="2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89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90000"/>
                            </p:stCondLst>
                            <p:childTnLst>
                              <p:par>
                                <p:cTn id="27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" grpId="2"/>
      <p:bldP spid="5" grpId="3"/>
      <p:bldP spid="5" grpId="4"/>
      <p:bldP spid="5" grpId="5"/>
      <p:bldP spid="5" grpId="6"/>
      <p:bldP spid="5" grpId="7"/>
      <p:bldP spid="5" grpId="8"/>
      <p:bldP spid="5" grpId="9"/>
      <p:bldP spid="5" grpId="10"/>
      <p:bldP spid="5" grpId="11"/>
      <p:bldP spid="5" grpId="12"/>
      <p:bldP spid="5" grpId="13"/>
      <p:bldP spid="5" grpId="14"/>
      <p:bldP spid="5" grpId="15"/>
      <p:bldP spid="5" grpId="16"/>
      <p:bldP spid="5" grpId="17"/>
      <p:bldP spid="8" grpId="0"/>
      <p:bldP spid="8" grpId="1"/>
      <p:bldP spid="8" grpId="2"/>
      <p:bldP spid="8" grpId="3"/>
      <p:bldP spid="8" grpId="4"/>
      <p:bldP spid="8" grpId="5"/>
      <p:bldP spid="8" grpId="6"/>
      <p:bldP spid="8" grpId="7"/>
      <p:bldP spid="8" grpId="8"/>
      <p:bldP spid="8" grpId="9"/>
      <p:bldP spid="8" grpId="10"/>
      <p:bldP spid="8" grpId="11"/>
      <p:bldP spid="8" grpId="12"/>
      <p:bldP spid="8" grpId="13"/>
      <p:bldP spid="8" grpId="14"/>
      <p:bldP spid="8" grpId="15"/>
      <p:bldP spid="8" grpId="16"/>
      <p:bldP spid="8" grpId="17"/>
      <p:bldP spid="9" grpId="0"/>
      <p:bldP spid="9" grpId="1"/>
      <p:bldP spid="9" grpId="2"/>
      <p:bldP spid="9" grpId="3"/>
      <p:bldP spid="9" grpId="4"/>
      <p:bldP spid="9" grpId="5"/>
      <p:bldP spid="9" grpId="6"/>
      <p:bldP spid="9" grpId="7"/>
      <p:bldP spid="9" grpId="8"/>
      <p:bldP spid="9" grpId="9"/>
      <p:bldP spid="9" grpId="10"/>
      <p:bldP spid="9" grpId="11"/>
      <p:bldP spid="9" grpId="12"/>
      <p:bldP spid="9" grpId="13"/>
      <p:bldP spid="9" grpId="14"/>
      <p:bldP spid="9" grpId="15"/>
      <p:bldP spid="9" grpId="16"/>
      <p:bldP spid="9" grpId="17"/>
      <p:bldP spid="10" grpId="0"/>
      <p:bldP spid="10" grpId="1"/>
      <p:bldP spid="10" grpId="2"/>
      <p:bldP spid="10" grpId="3"/>
      <p:bldP spid="10" grpId="4"/>
      <p:bldP spid="10" grpId="5"/>
      <p:bldP spid="10" grpId="6"/>
      <p:bldP spid="10" grpId="7"/>
      <p:bldP spid="10" grpId="8"/>
      <p:bldP spid="10" grpId="9"/>
      <p:bldP spid="10" grpId="10"/>
      <p:bldP spid="10" grpId="11"/>
      <p:bldP spid="10" grpId="12"/>
      <p:bldP spid="10" grpId="13"/>
      <p:bldP spid="10" grpId="14"/>
      <p:bldP spid="10" grpId="15"/>
      <p:bldP spid="10" grpId="16"/>
      <p:bldP spid="10" grpId="17"/>
      <p:bldP spid="11" grpId="0"/>
      <p:bldP spid="11" grpId="1"/>
      <p:bldP spid="11" grpId="2"/>
      <p:bldP spid="11" grpId="3"/>
      <p:bldP spid="11" grpId="4"/>
      <p:bldP spid="11" grpId="5"/>
      <p:bldP spid="11" grpId="6"/>
      <p:bldP spid="11" grpId="7"/>
      <p:bldP spid="11" grpId="8"/>
      <p:bldP spid="11" grpId="9"/>
      <p:bldP spid="11" grpId="10"/>
      <p:bldP spid="11" grpId="11"/>
      <p:bldP spid="11" grpId="12"/>
      <p:bldP spid="11" grpId="13"/>
      <p:bldP spid="11" grpId="14"/>
      <p:bldP spid="11" grpId="15"/>
      <p:bldP spid="11" grpId="16"/>
      <p:bldP spid="11" grpId="17"/>
      <p:bldP spid="12" grpId="0"/>
      <p:bldP spid="12" grpId="1"/>
      <p:bldP spid="12" grpId="2"/>
      <p:bldP spid="12" grpId="3"/>
      <p:bldP spid="12" grpId="4"/>
      <p:bldP spid="12" grpId="5"/>
      <p:bldP spid="12" grpId="6"/>
      <p:bldP spid="12" grpId="7"/>
      <p:bldP spid="12" grpId="8"/>
      <p:bldP spid="12" grpId="9"/>
      <p:bldP spid="12" grpId="10"/>
      <p:bldP spid="12" grpId="11"/>
      <p:bldP spid="12" grpId="12"/>
      <p:bldP spid="12" grpId="13"/>
      <p:bldP spid="12" grpId="14"/>
      <p:bldP spid="12" grpId="15"/>
      <p:bldP spid="12" grpId="16"/>
      <p:bldP spid="12" grpId="17"/>
      <p:bldP spid="13" grpId="0"/>
      <p:bldP spid="13" grpId="1"/>
      <p:bldP spid="13" grpId="2"/>
      <p:bldP spid="13" grpId="3"/>
      <p:bldP spid="13" grpId="4"/>
      <p:bldP spid="13" grpId="5"/>
      <p:bldP spid="13" grpId="6"/>
      <p:bldP spid="13" grpId="7"/>
      <p:bldP spid="13" grpId="8"/>
      <p:bldP spid="13" grpId="9"/>
      <p:bldP spid="13" grpId="10"/>
      <p:bldP spid="13" grpId="11"/>
      <p:bldP spid="13" grpId="12"/>
      <p:bldP spid="13" grpId="13"/>
      <p:bldP spid="13" grpId="14"/>
      <p:bldP spid="13" grpId="15"/>
      <p:bldP spid="13" grpId="16"/>
      <p:bldP spid="13" grpId="17"/>
      <p:bldP spid="14" grpId="0"/>
      <p:bldP spid="14" grpId="1"/>
      <p:bldP spid="14" grpId="2"/>
      <p:bldP spid="14" grpId="3"/>
      <p:bldP spid="14" grpId="4"/>
      <p:bldP spid="14" grpId="5"/>
      <p:bldP spid="14" grpId="6"/>
      <p:bldP spid="14" grpId="7"/>
      <p:bldP spid="14" grpId="8"/>
      <p:bldP spid="14" grpId="9"/>
      <p:bldP spid="14" grpId="10"/>
      <p:bldP spid="14" grpId="11"/>
      <p:bldP spid="14" grpId="12"/>
      <p:bldP spid="14" grpId="13"/>
      <p:bldP spid="14" grpId="14"/>
      <p:bldP spid="14" grpId="15"/>
      <p:bldP spid="14" grpId="16"/>
      <p:bldP spid="14" grpId="17"/>
      <p:bldP spid="15" grpId="0"/>
      <p:bldP spid="15" grpId="1"/>
      <p:bldP spid="15" grpId="2"/>
      <p:bldP spid="15" grpId="3"/>
      <p:bldP spid="15" grpId="4"/>
      <p:bldP spid="15" grpId="5"/>
      <p:bldP spid="15" grpId="6"/>
      <p:bldP spid="15" grpId="7"/>
      <p:bldP spid="15" grpId="8"/>
      <p:bldP spid="15" grpId="9"/>
      <p:bldP spid="15" grpId="10"/>
      <p:bldP spid="15" grpId="11"/>
      <p:bldP spid="15" grpId="12"/>
      <p:bldP spid="15" grpId="13"/>
      <p:bldP spid="15" grpId="14"/>
      <p:bldP spid="15" grpId="15"/>
      <p:bldP spid="15" grpId="16"/>
      <p:bldP spid="15" grpId="17"/>
      <p:bldP spid="16" grpId="0"/>
      <p:bldP spid="16" grpId="1"/>
      <p:bldP spid="16" grpId="2"/>
      <p:bldP spid="16" grpId="3"/>
      <p:bldP spid="16" grpId="4"/>
      <p:bldP spid="16" grpId="5"/>
      <p:bldP spid="16" grpId="6"/>
      <p:bldP spid="16" grpId="7"/>
      <p:bldP spid="16" grpId="8"/>
      <p:bldP spid="16" grpId="9"/>
      <p:bldP spid="16" grpId="10"/>
      <p:bldP spid="16" grpId="11"/>
      <p:bldP spid="16" grpId="12"/>
      <p:bldP spid="16" grpId="13"/>
      <p:bldP spid="16" grpId="14"/>
      <p:bldP spid="16" grpId="15"/>
      <p:bldP spid="16" grpId="16"/>
      <p:bldP spid="16" grpId="17"/>
      <p:bldP spid="17" grpId="0"/>
      <p:bldP spid="17" grpId="1"/>
      <p:bldP spid="17" grpId="2"/>
      <p:bldP spid="17" grpId="3"/>
      <p:bldP spid="17" grpId="4"/>
      <p:bldP spid="17" grpId="5"/>
      <p:bldP spid="17" grpId="6"/>
      <p:bldP spid="17" grpId="7"/>
      <p:bldP spid="17" grpId="8"/>
      <p:bldP spid="17" grpId="9"/>
      <p:bldP spid="17" grpId="10"/>
      <p:bldP spid="17" grpId="11"/>
      <p:bldP spid="17" grpId="12"/>
      <p:bldP spid="17" grpId="13"/>
      <p:bldP spid="17" grpId="14"/>
      <p:bldP spid="17" grpId="15"/>
      <p:bldP spid="17" grpId="16"/>
      <p:bldP spid="17" grpId="17"/>
      <p:bldP spid="18" grpId="0"/>
      <p:bldP spid="18" grpId="1"/>
      <p:bldP spid="18" grpId="2"/>
      <p:bldP spid="18" grpId="3"/>
      <p:bldP spid="18" grpId="4"/>
      <p:bldP spid="18" grpId="5"/>
      <p:bldP spid="18" grpId="6"/>
      <p:bldP spid="18" grpId="7"/>
      <p:bldP spid="18" grpId="8"/>
      <p:bldP spid="18" grpId="9"/>
      <p:bldP spid="18" grpId="10"/>
      <p:bldP spid="18" grpId="11"/>
      <p:bldP spid="18" grpId="12"/>
      <p:bldP spid="18" grpId="13"/>
      <p:bldP spid="18" grpId="14"/>
      <p:bldP spid="18" grpId="15"/>
      <p:bldP spid="18" grpId="16"/>
      <p:bldP spid="18" grpId="17"/>
      <p:bldP spid="19" grpId="0"/>
      <p:bldP spid="19" grpId="1"/>
      <p:bldP spid="19" grpId="2"/>
      <p:bldP spid="19" grpId="3"/>
      <p:bldP spid="19" grpId="4"/>
      <p:bldP spid="19" grpId="5"/>
      <p:bldP spid="19" grpId="6"/>
      <p:bldP spid="19" grpId="7"/>
      <p:bldP spid="19" grpId="8"/>
      <p:bldP spid="19" grpId="9"/>
      <p:bldP spid="19" grpId="10"/>
      <p:bldP spid="19" grpId="11"/>
      <p:bldP spid="19" grpId="12"/>
      <p:bldP spid="19" grpId="13"/>
      <p:bldP spid="19" grpId="14"/>
      <p:bldP spid="19" grpId="15"/>
      <p:bldP spid="19" grpId="16"/>
      <p:bldP spid="19" grpId="17"/>
      <p:bldP spid="20" grpId="0"/>
      <p:bldP spid="20" grpId="1"/>
      <p:bldP spid="20" grpId="2"/>
      <p:bldP spid="20" grpId="3"/>
      <p:bldP spid="20" grpId="4"/>
      <p:bldP spid="20" grpId="5"/>
      <p:bldP spid="20" grpId="6"/>
      <p:bldP spid="20" grpId="7"/>
      <p:bldP spid="20" grpId="8"/>
      <p:bldP spid="20" grpId="9"/>
      <p:bldP spid="20" grpId="10"/>
      <p:bldP spid="20" grpId="11"/>
      <p:bldP spid="20" grpId="12"/>
      <p:bldP spid="20" grpId="13"/>
      <p:bldP spid="20" grpId="14"/>
      <p:bldP spid="20" grpId="15"/>
      <p:bldP spid="20" grpId="16"/>
      <p:bldP spid="20" grpId="17"/>
      <p:bldP spid="21" grpId="0"/>
      <p:bldP spid="21" grpId="1"/>
      <p:bldP spid="21" grpId="2"/>
      <p:bldP spid="21" grpId="3"/>
      <p:bldP spid="21" grpId="4"/>
      <p:bldP spid="21" grpId="5"/>
      <p:bldP spid="21" grpId="6"/>
      <p:bldP spid="21" grpId="7"/>
      <p:bldP spid="21" grpId="8"/>
      <p:bldP spid="21" grpId="9"/>
      <p:bldP spid="21" grpId="10"/>
      <p:bldP spid="21" grpId="11"/>
      <p:bldP spid="21" grpId="12"/>
      <p:bldP spid="21" grpId="13"/>
      <p:bldP spid="21" grpId="14"/>
      <p:bldP spid="21" grpId="15"/>
      <p:bldP spid="21" grpId="16"/>
      <p:bldP spid="21" grpId="17"/>
      <p:bldP spid="22" grpId="0"/>
      <p:bldP spid="22" grpId="1"/>
      <p:bldP spid="22" grpId="2"/>
      <p:bldP spid="22" grpId="3"/>
      <p:bldP spid="22" grpId="4"/>
      <p:bldP spid="22" grpId="5"/>
      <p:bldP spid="22" grpId="6"/>
      <p:bldP spid="22" grpId="7"/>
      <p:bldP spid="22" grpId="8"/>
      <p:bldP spid="22" grpId="9"/>
      <p:bldP spid="22" grpId="10"/>
      <p:bldP spid="22" grpId="11"/>
      <p:bldP spid="22" grpId="12"/>
      <p:bldP spid="22" grpId="13"/>
      <p:bldP spid="22" grpId="14"/>
      <p:bldP spid="22" grpId="15"/>
      <p:bldP spid="22" grpId="16"/>
      <p:bldP spid="22" grpId="17"/>
      <p:bldP spid="23" grpId="0"/>
      <p:bldP spid="23" grpId="1"/>
      <p:bldP spid="23" grpId="2"/>
      <p:bldP spid="23" grpId="3"/>
      <p:bldP spid="23" grpId="4"/>
      <p:bldP spid="23" grpId="5"/>
      <p:bldP spid="23" grpId="6"/>
      <p:bldP spid="23" grpId="7"/>
      <p:bldP spid="23" grpId="8"/>
      <p:bldP spid="23" grpId="9"/>
      <p:bldP spid="23" grpId="10"/>
      <p:bldP spid="23" grpId="11"/>
      <p:bldP spid="23" grpId="12"/>
      <p:bldP spid="23" grpId="13"/>
      <p:bldP spid="23" grpId="14"/>
      <p:bldP spid="23" grpId="15"/>
      <p:bldP spid="23" grpId="16"/>
      <p:bldP spid="23" grpId="17"/>
      <p:bldP spid="24" grpId="0"/>
      <p:bldP spid="24" grpId="1"/>
      <p:bldP spid="24" grpId="2"/>
      <p:bldP spid="24" grpId="3"/>
      <p:bldP spid="24" grpId="4"/>
      <p:bldP spid="24" grpId="5"/>
      <p:bldP spid="24" grpId="6"/>
      <p:bldP spid="24" grpId="7"/>
      <p:bldP spid="24" grpId="8"/>
      <p:bldP spid="24" grpId="9"/>
      <p:bldP spid="24" grpId="10"/>
      <p:bldP spid="24" grpId="11"/>
      <p:bldP spid="24" grpId="12"/>
      <p:bldP spid="24" grpId="13"/>
      <p:bldP spid="24" grpId="14"/>
      <p:bldP spid="24" grpId="15"/>
      <p:bldP spid="24" grpId="16"/>
      <p:bldP spid="24" grpId="17"/>
      <p:bldP spid="25" grpId="0"/>
      <p:bldP spid="25" grpId="1"/>
      <p:bldP spid="25" grpId="2"/>
      <p:bldP spid="25" grpId="3"/>
      <p:bldP spid="25" grpId="4"/>
      <p:bldP spid="25" grpId="5"/>
      <p:bldP spid="25" grpId="6"/>
      <p:bldP spid="25" grpId="7"/>
      <p:bldP spid="25" grpId="8"/>
      <p:bldP spid="25" grpId="9"/>
      <p:bldP spid="25" grpId="10"/>
      <p:bldP spid="25" grpId="11"/>
      <p:bldP spid="25" grpId="12"/>
      <p:bldP spid="25" grpId="13"/>
      <p:bldP spid="25" grpId="14"/>
      <p:bldP spid="25" grpId="15"/>
      <p:bldP spid="25" grpId="16"/>
      <p:bldP spid="25" grpId="17"/>
      <p:bldP spid="26" grpId="0"/>
      <p:bldP spid="26" grpId="1"/>
      <p:bldP spid="26" grpId="2"/>
      <p:bldP spid="26" grpId="3"/>
      <p:bldP spid="26" grpId="4"/>
      <p:bldP spid="26" grpId="5"/>
      <p:bldP spid="26" grpId="6"/>
      <p:bldP spid="26" grpId="7"/>
      <p:bldP spid="26" grpId="8"/>
      <p:bldP spid="26" grpId="9"/>
      <p:bldP spid="26" grpId="10"/>
      <p:bldP spid="26" grpId="11"/>
      <p:bldP spid="26" grpId="12"/>
      <p:bldP spid="26" grpId="13"/>
      <p:bldP spid="26" grpId="14"/>
      <p:bldP spid="26" grpId="15"/>
      <p:bldP spid="26" grpId="16"/>
      <p:bldP spid="26" grpId="17"/>
      <p:bldP spid="27" grpId="0"/>
      <p:bldP spid="27" grpId="1"/>
      <p:bldP spid="27" grpId="2"/>
      <p:bldP spid="27" grpId="3"/>
      <p:bldP spid="27" grpId="4"/>
      <p:bldP spid="27" grpId="5"/>
      <p:bldP spid="27" grpId="6"/>
      <p:bldP spid="27" grpId="7"/>
      <p:bldP spid="27" grpId="8"/>
      <p:bldP spid="27" grpId="9"/>
      <p:bldP spid="27" grpId="10"/>
      <p:bldP spid="27" grpId="11"/>
      <p:bldP spid="27" grpId="12"/>
      <p:bldP spid="27" grpId="13"/>
      <p:bldP spid="27" grpId="14"/>
      <p:bldP spid="27" grpId="15"/>
      <p:bldP spid="27" grpId="16"/>
      <p:bldP spid="27" grpId="17"/>
      <p:bldP spid="28" grpId="0"/>
      <p:bldP spid="28" grpId="1"/>
      <p:bldP spid="28" grpId="2"/>
      <p:bldP spid="28" grpId="3"/>
      <p:bldP spid="28" grpId="4"/>
      <p:bldP spid="28" grpId="5"/>
      <p:bldP spid="28" grpId="6"/>
      <p:bldP spid="28" grpId="7"/>
      <p:bldP spid="28" grpId="8"/>
      <p:bldP spid="28" grpId="9"/>
      <p:bldP spid="28" grpId="10"/>
      <p:bldP spid="28" grpId="11"/>
      <p:bldP spid="28" grpId="12"/>
      <p:bldP spid="28" grpId="13"/>
      <p:bldP spid="28" grpId="14"/>
      <p:bldP spid="28" grpId="15"/>
      <p:bldP spid="28" grpId="16"/>
      <p:bldP spid="28" grpId="17"/>
      <p:bldP spid="29" grpId="0"/>
      <p:bldP spid="29" grpId="1"/>
      <p:bldP spid="29" grpId="2"/>
      <p:bldP spid="29" grpId="3"/>
      <p:bldP spid="29" grpId="4"/>
      <p:bldP spid="29" grpId="5"/>
      <p:bldP spid="29" grpId="6"/>
      <p:bldP spid="29" grpId="7"/>
      <p:bldP spid="29" grpId="8"/>
      <p:bldP spid="29" grpId="9"/>
      <p:bldP spid="29" grpId="10"/>
      <p:bldP spid="29" grpId="11"/>
      <p:bldP spid="29" grpId="12"/>
      <p:bldP spid="29" grpId="13"/>
      <p:bldP spid="29" grpId="14"/>
      <p:bldP spid="29" grpId="15"/>
      <p:bldP spid="29" grpId="16"/>
      <p:bldP spid="29" grpId="17"/>
      <p:bldP spid="30" grpId="0"/>
      <p:bldP spid="30" grpId="1"/>
      <p:bldP spid="30" grpId="2"/>
      <p:bldP spid="30" grpId="3"/>
      <p:bldP spid="30" grpId="4"/>
      <p:bldP spid="30" grpId="5"/>
      <p:bldP spid="30" grpId="6"/>
      <p:bldP spid="30" grpId="7"/>
      <p:bldP spid="30" grpId="8"/>
      <p:bldP spid="30" grpId="9"/>
      <p:bldP spid="30" grpId="10"/>
      <p:bldP spid="30" grpId="11"/>
      <p:bldP spid="30" grpId="12"/>
      <p:bldP spid="30" grpId="13"/>
      <p:bldP spid="30" grpId="14"/>
      <p:bldP spid="30" grpId="15"/>
      <p:bldP spid="30" grpId="16"/>
      <p:bldP spid="30" grpId="17"/>
      <p:bldP spid="31" grpId="0"/>
      <p:bldP spid="31" grpId="1"/>
      <p:bldP spid="31" grpId="2"/>
      <p:bldP spid="31" grpId="3"/>
      <p:bldP spid="31" grpId="4"/>
      <p:bldP spid="31" grpId="5"/>
      <p:bldP spid="31" grpId="6"/>
      <p:bldP spid="31" grpId="7"/>
      <p:bldP spid="31" grpId="8"/>
      <p:bldP spid="31" grpId="9"/>
      <p:bldP spid="31" grpId="10"/>
      <p:bldP spid="31" grpId="11"/>
      <p:bldP spid="31" grpId="12"/>
      <p:bldP spid="31" grpId="13"/>
      <p:bldP spid="31" grpId="14"/>
      <p:bldP spid="31" grpId="15"/>
      <p:bldP spid="31" grpId="16"/>
      <p:bldP spid="31" grpId="17"/>
      <p:bldP spid="32" grpId="0"/>
      <p:bldP spid="32" grpId="1"/>
      <p:bldP spid="32" grpId="2"/>
      <p:bldP spid="32" grpId="3"/>
      <p:bldP spid="32" grpId="4"/>
      <p:bldP spid="32" grpId="5"/>
      <p:bldP spid="32" grpId="6"/>
      <p:bldP spid="32" grpId="7"/>
      <p:bldP spid="32" grpId="8"/>
      <p:bldP spid="32" grpId="9"/>
      <p:bldP spid="32" grpId="10"/>
      <p:bldP spid="32" grpId="11"/>
      <p:bldP spid="32" grpId="12"/>
      <p:bldP spid="32" grpId="13"/>
      <p:bldP spid="32" grpId="14"/>
      <p:bldP spid="32" grpId="15"/>
      <p:bldP spid="32" grpId="16"/>
      <p:bldP spid="32" grpId="17"/>
      <p:bldP spid="33" grpId="0"/>
      <p:bldP spid="33" grpId="1"/>
      <p:bldP spid="33" grpId="2"/>
      <p:bldP spid="33" grpId="3"/>
      <p:bldP spid="33" grpId="4"/>
      <p:bldP spid="33" grpId="5"/>
      <p:bldP spid="33" grpId="6"/>
      <p:bldP spid="33" grpId="7"/>
      <p:bldP spid="33" grpId="8"/>
      <p:bldP spid="33" grpId="9"/>
      <p:bldP spid="33" grpId="10"/>
      <p:bldP spid="33" grpId="11"/>
      <p:bldP spid="33" grpId="12"/>
      <p:bldP spid="33" grpId="13"/>
      <p:bldP spid="33" grpId="14"/>
      <p:bldP spid="33" grpId="15"/>
      <p:bldP spid="33" grpId="16"/>
      <p:bldP spid="33" grpId="17"/>
      <p:bldP spid="34" grpId="0"/>
      <p:bldP spid="34" grpId="1"/>
      <p:bldP spid="34" grpId="2"/>
      <p:bldP spid="34" grpId="3"/>
      <p:bldP spid="34" grpId="4"/>
      <p:bldP spid="34" grpId="5"/>
      <p:bldP spid="34" grpId="6"/>
      <p:bldP spid="34" grpId="7"/>
      <p:bldP spid="34" grpId="8"/>
      <p:bldP spid="34" grpId="9"/>
      <p:bldP spid="34" grpId="10"/>
      <p:bldP spid="34" grpId="11"/>
      <p:bldP spid="34" grpId="12"/>
      <p:bldP spid="34" grpId="13"/>
      <p:bldP spid="34" grpId="14"/>
      <p:bldP spid="34" grpId="15"/>
      <p:bldP spid="34" grpId="16"/>
      <p:bldP spid="34" grpId="17"/>
      <p:bldP spid="35" grpId="0"/>
      <p:bldP spid="35" grpId="1"/>
      <p:bldP spid="35" grpId="2"/>
      <p:bldP spid="35" grpId="3"/>
      <p:bldP spid="35" grpId="4"/>
      <p:bldP spid="35" grpId="5"/>
      <p:bldP spid="35" grpId="6"/>
      <p:bldP spid="35" grpId="7"/>
      <p:bldP spid="35" grpId="8"/>
      <p:bldP spid="35" grpId="9"/>
      <p:bldP spid="35" grpId="10"/>
      <p:bldP spid="35" grpId="11"/>
      <p:bldP spid="35" grpId="12"/>
      <p:bldP spid="35" grpId="13"/>
      <p:bldP spid="35" grpId="14"/>
      <p:bldP spid="35" grpId="15"/>
      <p:bldP spid="35" grpId="16"/>
      <p:bldP spid="35" grpId="17"/>
      <p:bldP spid="36" grpId="0"/>
      <p:bldP spid="36" grpId="1"/>
      <p:bldP spid="36" grpId="2"/>
      <p:bldP spid="36" grpId="3"/>
      <p:bldP spid="36" grpId="4"/>
      <p:bldP spid="36" grpId="5"/>
      <p:bldP spid="36" grpId="6"/>
      <p:bldP spid="36" grpId="7"/>
      <p:bldP spid="36" grpId="8"/>
      <p:bldP spid="36" grpId="9"/>
      <p:bldP spid="36" grpId="10"/>
      <p:bldP spid="36" grpId="11"/>
      <p:bldP spid="36" grpId="12"/>
      <p:bldP spid="36" grpId="13"/>
      <p:bldP spid="36" grpId="14"/>
      <p:bldP spid="36" grpId="15"/>
      <p:bldP spid="36" grpId="16"/>
      <p:bldP spid="36" grpId="17"/>
      <p:bldP spid="37" grpId="0"/>
      <p:bldP spid="37" grpId="1"/>
      <p:bldP spid="37" grpId="2"/>
      <p:bldP spid="37" grpId="3"/>
      <p:bldP spid="37" grpId="4"/>
      <p:bldP spid="37" grpId="5"/>
      <p:bldP spid="37" grpId="6"/>
      <p:bldP spid="37" grpId="7"/>
      <p:bldP spid="37" grpId="8"/>
      <p:bldP spid="37" grpId="9"/>
      <p:bldP spid="37" grpId="10"/>
      <p:bldP spid="37" grpId="11"/>
      <p:bldP spid="37" grpId="12"/>
      <p:bldP spid="37" grpId="13"/>
      <p:bldP spid="37" grpId="14"/>
      <p:bldP spid="37" grpId="15"/>
      <p:bldP spid="37" grpId="16"/>
      <p:bldP spid="37" grpId="17"/>
      <p:bldP spid="38" grpId="0"/>
      <p:bldP spid="38" grpId="1"/>
      <p:bldP spid="38" grpId="2"/>
      <p:bldP spid="38" grpId="3"/>
      <p:bldP spid="38" grpId="4"/>
      <p:bldP spid="38" grpId="5"/>
      <p:bldP spid="38" grpId="6"/>
      <p:bldP spid="38" grpId="7"/>
      <p:bldP spid="38" grpId="8"/>
      <p:bldP spid="38" grpId="9"/>
      <p:bldP spid="38" grpId="10"/>
      <p:bldP spid="38" grpId="11"/>
      <p:bldP spid="38" grpId="12"/>
      <p:bldP spid="38" grpId="13"/>
      <p:bldP spid="38" grpId="14"/>
      <p:bldP spid="38" grpId="15"/>
      <p:bldP spid="38" grpId="16"/>
      <p:bldP spid="38" grpId="17"/>
      <p:bldP spid="39" grpId="0"/>
      <p:bldP spid="39" grpId="1"/>
      <p:bldP spid="39" grpId="2"/>
      <p:bldP spid="39" grpId="3"/>
      <p:bldP spid="39" grpId="4"/>
      <p:bldP spid="39" grpId="5"/>
      <p:bldP spid="39" grpId="6"/>
      <p:bldP spid="39" grpId="7"/>
      <p:bldP spid="39" grpId="8"/>
      <p:bldP spid="39" grpId="9"/>
      <p:bldP spid="39" grpId="10"/>
      <p:bldP spid="39" grpId="11"/>
      <p:bldP spid="39" grpId="12"/>
      <p:bldP spid="39" grpId="13"/>
      <p:bldP spid="39" grpId="14"/>
      <p:bldP spid="39" grpId="15"/>
      <p:bldP spid="39" grpId="16"/>
      <p:bldP spid="39" grpId="17"/>
      <p:bldP spid="40" grpId="0"/>
      <p:bldP spid="40" grpId="1"/>
      <p:bldP spid="40" grpId="2"/>
      <p:bldP spid="40" grpId="3"/>
      <p:bldP spid="40" grpId="4"/>
      <p:bldP spid="40" grpId="5"/>
      <p:bldP spid="40" grpId="6"/>
      <p:bldP spid="40" grpId="7"/>
      <p:bldP spid="40" grpId="8"/>
      <p:bldP spid="40" grpId="9"/>
      <p:bldP spid="40" grpId="10"/>
      <p:bldP spid="40" grpId="11"/>
      <p:bldP spid="40" grpId="12"/>
      <p:bldP spid="40" grpId="13"/>
      <p:bldP spid="40" grpId="14"/>
      <p:bldP spid="40" grpId="15"/>
      <p:bldP spid="40" grpId="16"/>
      <p:bldP spid="40" grpId="17"/>
      <p:bldP spid="41" grpId="0"/>
      <p:bldP spid="41" grpId="1"/>
      <p:bldP spid="41" grpId="2"/>
      <p:bldP spid="41" grpId="3"/>
      <p:bldP spid="41" grpId="4"/>
      <p:bldP spid="41" grpId="5"/>
      <p:bldP spid="41" grpId="6"/>
      <p:bldP spid="41" grpId="7"/>
      <p:bldP spid="41" grpId="8"/>
      <p:bldP spid="41" grpId="9"/>
      <p:bldP spid="41" grpId="10"/>
      <p:bldP spid="41" grpId="11"/>
      <p:bldP spid="41" grpId="12"/>
      <p:bldP spid="41" grpId="13"/>
      <p:bldP spid="41" grpId="14"/>
      <p:bldP spid="41" grpId="15"/>
      <p:bldP spid="41" grpId="16"/>
      <p:bldP spid="41" grpId="17"/>
      <p:bldP spid="42" grpId="0"/>
      <p:bldP spid="42" grpId="1"/>
      <p:bldP spid="42" grpId="2"/>
      <p:bldP spid="42" grpId="3"/>
      <p:bldP spid="42" grpId="4"/>
      <p:bldP spid="42" grpId="5"/>
      <p:bldP spid="42" grpId="6"/>
      <p:bldP spid="42" grpId="7"/>
      <p:bldP spid="42" grpId="8"/>
      <p:bldP spid="42" grpId="9"/>
      <p:bldP spid="42" grpId="10"/>
      <p:bldP spid="42" grpId="11"/>
      <p:bldP spid="42" grpId="12"/>
      <p:bldP spid="42" grpId="13"/>
      <p:bldP spid="42" grpId="14"/>
      <p:bldP spid="42" grpId="15"/>
      <p:bldP spid="42" grpId="16"/>
      <p:bldP spid="42" grpId="17"/>
      <p:bldP spid="43" grpId="0"/>
      <p:bldP spid="43" grpId="1"/>
      <p:bldP spid="43" grpId="2"/>
      <p:bldP spid="43" grpId="3"/>
      <p:bldP spid="43" grpId="4"/>
      <p:bldP spid="43" grpId="5"/>
      <p:bldP spid="43" grpId="6"/>
      <p:bldP spid="43" grpId="7"/>
      <p:bldP spid="43" grpId="8"/>
      <p:bldP spid="43" grpId="9"/>
      <p:bldP spid="43" grpId="10"/>
      <p:bldP spid="43" grpId="11"/>
      <p:bldP spid="43" grpId="12"/>
      <p:bldP spid="43" grpId="13"/>
      <p:bldP spid="43" grpId="14"/>
      <p:bldP spid="43" grpId="15"/>
      <p:bldP spid="43" grpId="16"/>
      <p:bldP spid="43" grpId="17"/>
      <p:bldP spid="44" grpId="0"/>
      <p:bldP spid="44" grpId="1"/>
      <p:bldP spid="44" grpId="2"/>
      <p:bldP spid="44" grpId="3"/>
      <p:bldP spid="44" grpId="4"/>
      <p:bldP spid="44" grpId="5"/>
      <p:bldP spid="44" grpId="6"/>
      <p:bldP spid="44" grpId="7"/>
      <p:bldP spid="44" grpId="8"/>
      <p:bldP spid="44" grpId="9"/>
      <p:bldP spid="44" grpId="10"/>
      <p:bldP spid="44" grpId="11"/>
      <p:bldP spid="44" grpId="12"/>
      <p:bldP spid="44" grpId="13"/>
      <p:bldP spid="44" grpId="14"/>
      <p:bldP spid="44" grpId="15"/>
      <p:bldP spid="44" grpId="16"/>
      <p:bldP spid="44" grpId="17"/>
      <p:bldP spid="45" grpId="0"/>
      <p:bldP spid="45" grpId="1"/>
      <p:bldP spid="45" grpId="2"/>
      <p:bldP spid="45" grpId="3"/>
      <p:bldP spid="45" grpId="4"/>
      <p:bldP spid="45" grpId="5"/>
      <p:bldP spid="45" grpId="6"/>
      <p:bldP spid="45" grpId="7"/>
      <p:bldP spid="45" grpId="8"/>
      <p:bldP spid="45" grpId="9"/>
      <p:bldP spid="45" grpId="10"/>
      <p:bldP spid="45" grpId="11"/>
      <p:bldP spid="45" grpId="12"/>
      <p:bldP spid="45" grpId="13"/>
      <p:bldP spid="45" grpId="14"/>
      <p:bldP spid="45" grpId="15"/>
      <p:bldP spid="45" grpId="16"/>
      <p:bldP spid="45" grpId="17"/>
      <p:bldP spid="46" grpId="0"/>
      <p:bldP spid="46" grpId="1"/>
      <p:bldP spid="46" grpId="2"/>
      <p:bldP spid="46" grpId="3"/>
      <p:bldP spid="46" grpId="4"/>
      <p:bldP spid="46" grpId="5"/>
      <p:bldP spid="46" grpId="6"/>
      <p:bldP spid="46" grpId="7"/>
      <p:bldP spid="46" grpId="8"/>
      <p:bldP spid="46" grpId="9"/>
      <p:bldP spid="46" grpId="10"/>
      <p:bldP spid="46" grpId="11"/>
      <p:bldP spid="46" grpId="12"/>
      <p:bldP spid="46" grpId="13"/>
      <p:bldP spid="46" grpId="14"/>
      <p:bldP spid="46" grpId="15"/>
      <p:bldP spid="46" grpId="16"/>
      <p:bldP spid="46" grpId="17"/>
      <p:bldP spid="47" grpId="0"/>
      <p:bldP spid="47" grpId="1"/>
      <p:bldP spid="47" grpId="2"/>
      <p:bldP spid="47" grpId="3"/>
      <p:bldP spid="47" grpId="4"/>
      <p:bldP spid="47" grpId="5"/>
      <p:bldP spid="47" grpId="6"/>
      <p:bldP spid="47" grpId="7"/>
      <p:bldP spid="47" grpId="8"/>
      <p:bldP spid="47" grpId="9"/>
      <p:bldP spid="47" grpId="10"/>
      <p:bldP spid="47" grpId="11"/>
      <p:bldP spid="47" grpId="12"/>
      <p:bldP spid="47" grpId="13"/>
      <p:bldP spid="47" grpId="14"/>
      <p:bldP spid="47" grpId="15"/>
      <p:bldP spid="47" grpId="16"/>
      <p:bldP spid="47" grpId="17"/>
      <p:bldP spid="48" grpId="0"/>
      <p:bldP spid="48" grpId="1"/>
      <p:bldP spid="48" grpId="2"/>
      <p:bldP spid="48" grpId="3"/>
      <p:bldP spid="48" grpId="4"/>
      <p:bldP spid="48" grpId="5"/>
      <p:bldP spid="48" grpId="6"/>
      <p:bldP spid="48" grpId="7"/>
      <p:bldP spid="48" grpId="8"/>
      <p:bldP spid="48" grpId="9"/>
      <p:bldP spid="48" grpId="10"/>
      <p:bldP spid="48" grpId="11"/>
      <p:bldP spid="48" grpId="12"/>
      <p:bldP spid="48" grpId="13"/>
      <p:bldP spid="48" grpId="14"/>
      <p:bldP spid="48" grpId="15"/>
      <p:bldP spid="48" grpId="16"/>
      <p:bldP spid="48" grpId="17"/>
      <p:bldP spid="49" grpId="0"/>
      <p:bldP spid="49" grpId="1"/>
      <p:bldP spid="49" grpId="2"/>
      <p:bldP spid="49" grpId="3"/>
      <p:bldP spid="49" grpId="4"/>
      <p:bldP spid="49" grpId="5"/>
      <p:bldP spid="49" grpId="6"/>
      <p:bldP spid="49" grpId="7"/>
      <p:bldP spid="49" grpId="8"/>
      <p:bldP spid="49" grpId="9"/>
      <p:bldP spid="49" grpId="10"/>
      <p:bldP spid="49" grpId="11"/>
      <p:bldP spid="49" grpId="12"/>
      <p:bldP spid="49" grpId="13"/>
      <p:bldP spid="49" grpId="14"/>
      <p:bldP spid="49" grpId="15"/>
      <p:bldP spid="49" grpId="16"/>
      <p:bldP spid="49" grpId="17"/>
      <p:bldP spid="50" grpId="0"/>
      <p:bldP spid="50" grpId="1"/>
      <p:bldP spid="50" grpId="2"/>
      <p:bldP spid="50" grpId="3"/>
      <p:bldP spid="50" grpId="4"/>
      <p:bldP spid="50" grpId="5"/>
      <p:bldP spid="50" grpId="6"/>
      <p:bldP spid="50" grpId="7"/>
      <p:bldP spid="50" grpId="8"/>
      <p:bldP spid="50" grpId="9"/>
      <p:bldP spid="50" grpId="10"/>
      <p:bldP spid="50" grpId="11"/>
      <p:bldP spid="50" grpId="12"/>
      <p:bldP spid="50" grpId="13"/>
      <p:bldP spid="50" grpId="14"/>
      <p:bldP spid="50" grpId="15"/>
      <p:bldP spid="50" grpId="16"/>
      <p:bldP spid="50" grpId="17"/>
      <p:bldP spid="51" grpId="0"/>
      <p:bldP spid="51" grpId="1"/>
      <p:bldP spid="51" grpId="2"/>
      <p:bldP spid="51" grpId="3"/>
      <p:bldP spid="51" grpId="4"/>
      <p:bldP spid="51" grpId="5"/>
      <p:bldP spid="51" grpId="6"/>
      <p:bldP spid="51" grpId="7"/>
      <p:bldP spid="51" grpId="8"/>
      <p:bldP spid="51" grpId="9"/>
      <p:bldP spid="51" grpId="10"/>
      <p:bldP spid="51" grpId="11"/>
      <p:bldP spid="51" grpId="12"/>
      <p:bldP spid="51" grpId="13"/>
      <p:bldP spid="51" grpId="14"/>
      <p:bldP spid="51" grpId="15"/>
      <p:bldP spid="51" grpId="16"/>
      <p:bldP spid="51" grpId="17"/>
      <p:bldP spid="52" grpId="0"/>
      <p:bldP spid="52" grpId="1"/>
      <p:bldP spid="52" grpId="2"/>
      <p:bldP spid="52" grpId="3"/>
      <p:bldP spid="52" grpId="4"/>
      <p:bldP spid="52" grpId="5"/>
      <p:bldP spid="52" grpId="6"/>
      <p:bldP spid="52" grpId="7"/>
      <p:bldP spid="52" grpId="8"/>
      <p:bldP spid="52" grpId="9"/>
      <p:bldP spid="52" grpId="10"/>
      <p:bldP spid="52" grpId="11"/>
      <p:bldP spid="52" grpId="12"/>
      <p:bldP spid="52" grpId="13"/>
      <p:bldP spid="52" grpId="14"/>
      <p:bldP spid="52" grpId="15"/>
      <p:bldP spid="52" grpId="16"/>
      <p:bldP spid="52" grpId="17"/>
      <p:bldP spid="53" grpId="0"/>
      <p:bldP spid="53" grpId="1"/>
      <p:bldP spid="53" grpId="2"/>
      <p:bldP spid="53" grpId="3"/>
      <p:bldP spid="53" grpId="4"/>
      <p:bldP spid="53" grpId="5"/>
      <p:bldP spid="53" grpId="6"/>
      <p:bldP spid="53" grpId="7"/>
      <p:bldP spid="53" grpId="8"/>
      <p:bldP spid="53" grpId="9"/>
      <p:bldP spid="53" grpId="10"/>
      <p:bldP spid="53" grpId="11"/>
      <p:bldP spid="53" grpId="12"/>
      <p:bldP spid="53" grpId="13"/>
      <p:bldP spid="53" grpId="14"/>
      <p:bldP spid="53" grpId="15"/>
      <p:bldP spid="53" grpId="16"/>
      <p:bldP spid="53" grpId="17"/>
      <p:bldP spid="54" grpId="0"/>
      <p:bldP spid="54" grpId="1"/>
      <p:bldP spid="54" grpId="2"/>
      <p:bldP spid="54" grpId="3"/>
      <p:bldP spid="54" grpId="4"/>
      <p:bldP spid="54" grpId="5"/>
      <p:bldP spid="54" grpId="6"/>
      <p:bldP spid="54" grpId="7"/>
      <p:bldP spid="54" grpId="8"/>
      <p:bldP spid="54" grpId="9"/>
      <p:bldP spid="54" grpId="10"/>
      <p:bldP spid="54" grpId="11"/>
      <p:bldP spid="54" grpId="12"/>
      <p:bldP spid="54" grpId="13"/>
      <p:bldP spid="54" grpId="14"/>
      <p:bldP spid="54" grpId="15"/>
      <p:bldP spid="54" grpId="16"/>
      <p:bldP spid="54" grpId="17"/>
      <p:bldP spid="55" grpId="0"/>
      <p:bldP spid="55" grpId="1"/>
      <p:bldP spid="55" grpId="2"/>
      <p:bldP spid="55" grpId="3"/>
      <p:bldP spid="55" grpId="4"/>
      <p:bldP spid="55" grpId="5"/>
      <p:bldP spid="55" grpId="6"/>
      <p:bldP spid="55" grpId="7"/>
      <p:bldP spid="55" grpId="8"/>
      <p:bldP spid="55" grpId="9"/>
      <p:bldP spid="55" grpId="10"/>
      <p:bldP spid="55" grpId="11"/>
      <p:bldP spid="55" grpId="12"/>
      <p:bldP spid="55" grpId="13"/>
      <p:bldP spid="55" grpId="14"/>
      <p:bldP spid="55" grpId="15"/>
      <p:bldP spid="55" grpId="16"/>
      <p:bldP spid="55" grpId="17"/>
      <p:bldP spid="56" grpId="0"/>
      <p:bldP spid="56" grpId="1"/>
      <p:bldP spid="56" grpId="2"/>
      <p:bldP spid="56" grpId="3"/>
      <p:bldP spid="56" grpId="4"/>
      <p:bldP spid="56" grpId="5"/>
      <p:bldP spid="56" grpId="6"/>
      <p:bldP spid="56" grpId="7"/>
      <p:bldP spid="56" grpId="8"/>
      <p:bldP spid="56" grpId="9"/>
      <p:bldP spid="56" grpId="10"/>
      <p:bldP spid="56" grpId="11"/>
      <p:bldP spid="56" grpId="12"/>
      <p:bldP spid="56" grpId="13"/>
      <p:bldP spid="56" grpId="14"/>
      <p:bldP spid="56" grpId="15"/>
      <p:bldP spid="56" grpId="16"/>
      <p:bldP spid="56" grpId="17"/>
      <p:bldP spid="57" grpId="0"/>
      <p:bldP spid="57" grpId="1"/>
      <p:bldP spid="57" grpId="2"/>
      <p:bldP spid="57" grpId="3"/>
      <p:bldP spid="57" grpId="4"/>
      <p:bldP spid="57" grpId="5"/>
      <p:bldP spid="57" grpId="6"/>
      <p:bldP spid="57" grpId="7"/>
      <p:bldP spid="57" grpId="8"/>
      <p:bldP spid="57" grpId="9"/>
      <p:bldP spid="57" grpId="10"/>
      <p:bldP spid="57" grpId="11"/>
      <p:bldP spid="57" grpId="12"/>
      <p:bldP spid="57" grpId="13"/>
      <p:bldP spid="57" grpId="14"/>
      <p:bldP spid="57" grpId="15"/>
      <p:bldP spid="57" grpId="16"/>
      <p:bldP spid="57" grpId="17"/>
      <p:bldP spid="58" grpId="0"/>
      <p:bldP spid="58" grpId="1"/>
      <p:bldP spid="58" grpId="2"/>
      <p:bldP spid="58" grpId="3"/>
      <p:bldP spid="58" grpId="4"/>
      <p:bldP spid="58" grpId="5"/>
      <p:bldP spid="58" grpId="6"/>
      <p:bldP spid="58" grpId="7"/>
      <p:bldP spid="58" grpId="8"/>
      <p:bldP spid="58" grpId="9"/>
      <p:bldP spid="58" grpId="10"/>
      <p:bldP spid="58" grpId="11"/>
      <p:bldP spid="58" grpId="12"/>
      <p:bldP spid="58" grpId="13"/>
      <p:bldP spid="58" grpId="14"/>
      <p:bldP spid="58" grpId="15"/>
      <p:bldP spid="58" grpId="16"/>
      <p:bldP spid="58" grpId="17"/>
      <p:bldP spid="59" grpId="0"/>
      <p:bldP spid="59" grpId="1"/>
      <p:bldP spid="59" grpId="2"/>
      <p:bldP spid="59" grpId="3"/>
      <p:bldP spid="59" grpId="4"/>
      <p:bldP spid="59" grpId="5"/>
      <p:bldP spid="59" grpId="6"/>
      <p:bldP spid="59" grpId="7"/>
      <p:bldP spid="59" grpId="8"/>
      <p:bldP spid="59" grpId="9"/>
      <p:bldP spid="59" grpId="10"/>
      <p:bldP spid="59" grpId="11"/>
      <p:bldP spid="59" grpId="12"/>
      <p:bldP spid="59" grpId="13"/>
      <p:bldP spid="59" grpId="14"/>
      <p:bldP spid="59" grpId="15"/>
      <p:bldP spid="59" grpId="16"/>
      <p:bldP spid="59" grpId="17"/>
      <p:bldP spid="60" grpId="0"/>
      <p:bldP spid="60" grpId="1"/>
      <p:bldP spid="60" grpId="2"/>
      <p:bldP spid="60" grpId="3"/>
      <p:bldP spid="60" grpId="4"/>
      <p:bldP spid="60" grpId="5"/>
      <p:bldP spid="60" grpId="6"/>
      <p:bldP spid="60" grpId="7"/>
      <p:bldP spid="60" grpId="8"/>
      <p:bldP spid="60" grpId="9"/>
      <p:bldP spid="60" grpId="10"/>
      <p:bldP spid="60" grpId="11"/>
      <p:bldP spid="60" grpId="12"/>
      <p:bldP spid="60" grpId="13"/>
      <p:bldP spid="60" grpId="14"/>
      <p:bldP spid="60" grpId="15"/>
      <p:bldP spid="60" grpId="16"/>
      <p:bldP spid="60" grpId="17"/>
      <p:bldP spid="61" grpId="0"/>
      <p:bldP spid="61" grpId="1"/>
      <p:bldP spid="61" grpId="2"/>
      <p:bldP spid="61" grpId="3"/>
      <p:bldP spid="61" grpId="4"/>
      <p:bldP spid="61" grpId="5"/>
      <p:bldP spid="61" grpId="6"/>
      <p:bldP spid="61" grpId="7"/>
      <p:bldP spid="61" grpId="8"/>
      <p:bldP spid="61" grpId="9"/>
      <p:bldP spid="61" grpId="10"/>
      <p:bldP spid="61" grpId="11"/>
      <p:bldP spid="61" grpId="12"/>
      <p:bldP spid="61" grpId="13"/>
      <p:bldP spid="61" grpId="14"/>
      <p:bldP spid="61" grpId="15"/>
      <p:bldP spid="61" grpId="16"/>
      <p:bldP spid="61" grpId="17"/>
      <p:bldP spid="62" grpId="0"/>
      <p:bldP spid="62" grpId="1"/>
      <p:bldP spid="62" grpId="2"/>
      <p:bldP spid="62" grpId="3"/>
      <p:bldP spid="62" grpId="4"/>
      <p:bldP spid="62" grpId="5"/>
      <p:bldP spid="62" grpId="6"/>
      <p:bldP spid="62" grpId="7"/>
      <p:bldP spid="62" grpId="8"/>
      <p:bldP spid="62" grpId="9"/>
      <p:bldP spid="62" grpId="10"/>
      <p:bldP spid="62" grpId="11"/>
      <p:bldP spid="62" grpId="12"/>
      <p:bldP spid="62" grpId="13"/>
      <p:bldP spid="62" grpId="14"/>
      <p:bldP spid="62" grpId="15"/>
      <p:bldP spid="62" grpId="16"/>
      <p:bldP spid="62" grpId="17"/>
      <p:bldP spid="63" grpId="0"/>
      <p:bldP spid="63" grpId="1"/>
      <p:bldP spid="63" grpId="2"/>
      <p:bldP spid="63" grpId="3"/>
      <p:bldP spid="63" grpId="4"/>
      <p:bldP spid="63" grpId="5"/>
      <p:bldP spid="63" grpId="6"/>
      <p:bldP spid="63" grpId="7"/>
      <p:bldP spid="63" grpId="8"/>
      <p:bldP spid="63" grpId="9"/>
      <p:bldP spid="63" grpId="10"/>
      <p:bldP spid="63" grpId="11"/>
      <p:bldP spid="63" grpId="12"/>
      <p:bldP spid="63" grpId="13"/>
      <p:bldP spid="63" grpId="14"/>
      <p:bldP spid="63" grpId="15"/>
      <p:bldP spid="63" grpId="16"/>
      <p:bldP spid="63" grpId="17"/>
      <p:bldP spid="64" grpId="0"/>
      <p:bldP spid="64" grpId="1"/>
      <p:bldP spid="64" grpId="2"/>
      <p:bldP spid="64" grpId="3"/>
      <p:bldP spid="64" grpId="4"/>
      <p:bldP spid="64" grpId="5"/>
      <p:bldP spid="64" grpId="6"/>
      <p:bldP spid="64" grpId="7"/>
      <p:bldP spid="64" grpId="8"/>
      <p:bldP spid="64" grpId="9"/>
      <p:bldP spid="64" grpId="10"/>
      <p:bldP spid="64" grpId="11"/>
      <p:bldP spid="64" grpId="12"/>
      <p:bldP spid="64" grpId="13"/>
      <p:bldP spid="64" grpId="14"/>
      <p:bldP spid="64" grpId="15"/>
      <p:bldP spid="64" grpId="16"/>
      <p:bldP spid="64" grpId="17"/>
      <p:bldP spid="65" grpId="0"/>
      <p:bldP spid="65" grpId="1"/>
      <p:bldP spid="65" grpId="2"/>
      <p:bldP spid="65" grpId="3"/>
      <p:bldP spid="65" grpId="4"/>
      <p:bldP spid="65" grpId="5"/>
      <p:bldP spid="65" grpId="6"/>
      <p:bldP spid="65" grpId="7"/>
      <p:bldP spid="65" grpId="8"/>
      <p:bldP spid="65" grpId="9"/>
      <p:bldP spid="65" grpId="10"/>
      <p:bldP spid="65" grpId="11"/>
      <p:bldP spid="65" grpId="12"/>
      <p:bldP spid="65" grpId="13"/>
      <p:bldP spid="65" grpId="14"/>
      <p:bldP spid="65" grpId="15"/>
      <p:bldP spid="65" grpId="16"/>
      <p:bldP spid="65" grpId="17"/>
      <p:bldP spid="66" grpId="0"/>
      <p:bldP spid="66" grpId="1"/>
      <p:bldP spid="66" grpId="2"/>
      <p:bldP spid="66" grpId="3"/>
      <p:bldP spid="66" grpId="4"/>
      <p:bldP spid="66" grpId="5"/>
      <p:bldP spid="66" grpId="6"/>
      <p:bldP spid="66" grpId="7"/>
      <p:bldP spid="66" grpId="8"/>
      <p:bldP spid="66" grpId="9"/>
      <p:bldP spid="66" grpId="10"/>
      <p:bldP spid="66" grpId="11"/>
      <p:bldP spid="66" grpId="12"/>
      <p:bldP spid="66" grpId="13"/>
      <p:bldP spid="66" grpId="14"/>
      <p:bldP spid="66" grpId="15"/>
      <p:bldP spid="66" grpId="16"/>
      <p:bldP spid="66" grpId="17"/>
      <p:bldP spid="67" grpId="0"/>
      <p:bldP spid="67" grpId="1"/>
      <p:bldP spid="67" grpId="2"/>
      <p:bldP spid="67" grpId="3"/>
      <p:bldP spid="67" grpId="4"/>
      <p:bldP spid="67" grpId="5"/>
      <p:bldP spid="67" grpId="6"/>
      <p:bldP spid="67" grpId="7"/>
      <p:bldP spid="67" grpId="8"/>
      <p:bldP spid="67" grpId="9"/>
      <p:bldP spid="67" grpId="10"/>
      <p:bldP spid="67" grpId="11"/>
      <p:bldP spid="67" grpId="12"/>
      <p:bldP spid="67" grpId="13"/>
      <p:bldP spid="67" grpId="14"/>
      <p:bldP spid="67" grpId="15"/>
      <p:bldP spid="67" grpId="16"/>
      <p:bldP spid="67" grpId="17"/>
      <p:bldP spid="68" grpId="0"/>
      <p:bldP spid="68" grpId="1"/>
      <p:bldP spid="68" grpId="2"/>
      <p:bldP spid="68" grpId="3"/>
      <p:bldP spid="68" grpId="4"/>
      <p:bldP spid="68" grpId="5"/>
      <p:bldP spid="68" grpId="6"/>
      <p:bldP spid="68" grpId="7"/>
      <p:bldP spid="68" grpId="8"/>
      <p:bldP spid="68" grpId="9"/>
      <p:bldP spid="68" grpId="10"/>
      <p:bldP spid="68" grpId="11"/>
      <p:bldP spid="68" grpId="12"/>
      <p:bldP spid="68" grpId="13"/>
      <p:bldP spid="68" grpId="14"/>
      <p:bldP spid="68" grpId="15"/>
      <p:bldP spid="68" grpId="16"/>
      <p:bldP spid="68" grpId="17"/>
      <p:bldP spid="69" grpId="0"/>
      <p:bldP spid="69" grpId="1"/>
      <p:bldP spid="69" grpId="2"/>
      <p:bldP spid="69" grpId="3"/>
      <p:bldP spid="69" grpId="4"/>
      <p:bldP spid="69" grpId="5"/>
      <p:bldP spid="69" grpId="6"/>
      <p:bldP spid="69" grpId="7"/>
      <p:bldP spid="69" grpId="8"/>
      <p:bldP spid="69" grpId="9"/>
      <p:bldP spid="69" grpId="10"/>
      <p:bldP spid="69" grpId="11"/>
      <p:bldP spid="69" grpId="12"/>
      <p:bldP spid="69" grpId="13"/>
      <p:bldP spid="69" grpId="14"/>
      <p:bldP spid="69" grpId="15"/>
      <p:bldP spid="69" grpId="16"/>
      <p:bldP spid="69" grpId="17"/>
      <p:bldP spid="70" grpId="0"/>
      <p:bldP spid="70" grpId="1"/>
      <p:bldP spid="70" grpId="2"/>
      <p:bldP spid="70" grpId="3"/>
      <p:bldP spid="70" grpId="4"/>
      <p:bldP spid="70" grpId="5"/>
      <p:bldP spid="70" grpId="6"/>
      <p:bldP spid="70" grpId="7"/>
      <p:bldP spid="70" grpId="8"/>
      <p:bldP spid="70" grpId="9"/>
      <p:bldP spid="70" grpId="10"/>
      <p:bldP spid="70" grpId="11"/>
      <p:bldP spid="70" grpId="12"/>
      <p:bldP spid="70" grpId="13"/>
      <p:bldP spid="70" grpId="14"/>
      <p:bldP spid="70" grpId="15"/>
      <p:bldP spid="70" grpId="16"/>
      <p:bldP spid="70" grpId="17"/>
      <p:bldP spid="71" grpId="0"/>
      <p:bldP spid="71" grpId="1"/>
      <p:bldP spid="71" grpId="2"/>
      <p:bldP spid="71" grpId="3"/>
      <p:bldP spid="71" grpId="4"/>
      <p:bldP spid="71" grpId="5"/>
      <p:bldP spid="71" grpId="6"/>
      <p:bldP spid="71" grpId="7"/>
      <p:bldP spid="71" grpId="8"/>
      <p:bldP spid="71" grpId="9"/>
      <p:bldP spid="71" grpId="10"/>
      <p:bldP spid="71" grpId="11"/>
      <p:bldP spid="71" grpId="12"/>
      <p:bldP spid="71" grpId="13"/>
      <p:bldP spid="71" grpId="14"/>
      <p:bldP spid="71" grpId="15"/>
      <p:bldP spid="71" grpId="16"/>
      <p:bldP spid="71" grpId="17"/>
      <p:bldP spid="72" grpId="0"/>
      <p:bldP spid="72" grpId="1"/>
      <p:bldP spid="72" grpId="2"/>
      <p:bldP spid="72" grpId="3"/>
      <p:bldP spid="72" grpId="4"/>
      <p:bldP spid="72" grpId="5"/>
      <p:bldP spid="72" grpId="6"/>
      <p:bldP spid="72" grpId="7"/>
      <p:bldP spid="72" grpId="8"/>
      <p:bldP spid="72" grpId="9"/>
      <p:bldP spid="72" grpId="10"/>
      <p:bldP spid="72" grpId="11"/>
      <p:bldP spid="72" grpId="12"/>
      <p:bldP spid="72" grpId="13"/>
      <p:bldP spid="72" grpId="14"/>
      <p:bldP spid="72" grpId="15"/>
      <p:bldP spid="72" grpId="16"/>
      <p:bldP spid="72" grpId="17"/>
      <p:bldP spid="73" grpId="0"/>
      <p:bldP spid="73" grpId="1"/>
      <p:bldP spid="73" grpId="2"/>
      <p:bldP spid="73" grpId="3"/>
      <p:bldP spid="73" grpId="4"/>
      <p:bldP spid="73" grpId="5"/>
      <p:bldP spid="73" grpId="6"/>
      <p:bldP spid="73" grpId="7"/>
      <p:bldP spid="73" grpId="8"/>
      <p:bldP spid="73" grpId="9"/>
      <p:bldP spid="73" grpId="10"/>
      <p:bldP spid="73" grpId="11"/>
      <p:bldP spid="73" grpId="12"/>
      <p:bldP spid="73" grpId="13"/>
      <p:bldP spid="73" grpId="14"/>
      <p:bldP spid="73" grpId="15"/>
      <p:bldP spid="73" grpId="16"/>
      <p:bldP spid="73" grpId="17"/>
      <p:bldP spid="74" grpId="0"/>
      <p:bldP spid="74" grpId="1"/>
      <p:bldP spid="74" grpId="2"/>
      <p:bldP spid="74" grpId="3"/>
      <p:bldP spid="74" grpId="4"/>
      <p:bldP spid="74" grpId="5"/>
      <p:bldP spid="74" grpId="6"/>
      <p:bldP spid="74" grpId="7"/>
      <p:bldP spid="74" grpId="8"/>
      <p:bldP spid="74" grpId="9"/>
      <p:bldP spid="74" grpId="10"/>
      <p:bldP spid="74" grpId="11"/>
      <p:bldP spid="74" grpId="12"/>
      <p:bldP spid="74" grpId="13"/>
      <p:bldP spid="74" grpId="14"/>
      <p:bldP spid="74" grpId="15"/>
      <p:bldP spid="74" grpId="16"/>
      <p:bldP spid="74" grpId="17"/>
      <p:bldP spid="75" grpId="0"/>
      <p:bldP spid="75" grpId="1"/>
      <p:bldP spid="75" grpId="2"/>
      <p:bldP spid="75" grpId="3"/>
      <p:bldP spid="75" grpId="4"/>
      <p:bldP spid="75" grpId="5"/>
      <p:bldP spid="75" grpId="6"/>
      <p:bldP spid="75" grpId="7"/>
      <p:bldP spid="75" grpId="8"/>
      <p:bldP spid="75" grpId="9"/>
      <p:bldP spid="75" grpId="10"/>
      <p:bldP spid="75" grpId="11"/>
      <p:bldP spid="75" grpId="12"/>
      <p:bldP spid="75" grpId="13"/>
      <p:bldP spid="75" grpId="14"/>
      <p:bldP spid="75" grpId="15"/>
      <p:bldP spid="75" grpId="16"/>
      <p:bldP spid="75" grpId="17"/>
      <p:bldP spid="76" grpId="0"/>
      <p:bldP spid="76" grpId="1"/>
      <p:bldP spid="76" grpId="2"/>
      <p:bldP spid="76" grpId="3"/>
      <p:bldP spid="76" grpId="4"/>
      <p:bldP spid="76" grpId="5"/>
      <p:bldP spid="76" grpId="6"/>
      <p:bldP spid="76" grpId="7"/>
      <p:bldP spid="76" grpId="8"/>
      <p:bldP spid="76" grpId="9"/>
      <p:bldP spid="76" grpId="10"/>
      <p:bldP spid="76" grpId="11"/>
      <p:bldP spid="76" grpId="12"/>
      <p:bldP spid="76" grpId="13"/>
      <p:bldP spid="76" grpId="14"/>
      <p:bldP spid="76" grpId="15"/>
      <p:bldP spid="76" grpId="16"/>
      <p:bldP spid="76" grpId="17"/>
      <p:bldP spid="77" grpId="0"/>
      <p:bldP spid="77" grpId="1"/>
      <p:bldP spid="77" grpId="2"/>
      <p:bldP spid="77" grpId="3"/>
      <p:bldP spid="77" grpId="4"/>
      <p:bldP spid="77" grpId="5"/>
      <p:bldP spid="77" grpId="6"/>
      <p:bldP spid="77" grpId="7"/>
      <p:bldP spid="77" grpId="8"/>
      <p:bldP spid="77" grpId="9"/>
      <p:bldP spid="77" grpId="10"/>
      <p:bldP spid="77" grpId="11"/>
      <p:bldP spid="77" grpId="12"/>
      <p:bldP spid="77" grpId="13"/>
      <p:bldP spid="77" grpId="14"/>
      <p:bldP spid="77" grpId="15"/>
      <p:bldP spid="77" grpId="16"/>
      <p:bldP spid="77" grpId="17"/>
      <p:bldP spid="78" grpId="0"/>
      <p:bldP spid="78" grpId="1"/>
      <p:bldP spid="78" grpId="2"/>
      <p:bldP spid="78" grpId="3"/>
      <p:bldP spid="78" grpId="4"/>
      <p:bldP spid="78" grpId="5"/>
      <p:bldP spid="78" grpId="6"/>
      <p:bldP spid="78" grpId="7"/>
      <p:bldP spid="78" grpId="8"/>
      <p:bldP spid="78" grpId="9"/>
      <p:bldP spid="78" grpId="10"/>
      <p:bldP spid="78" grpId="11"/>
      <p:bldP spid="78" grpId="12"/>
      <p:bldP spid="78" grpId="13"/>
      <p:bldP spid="78" grpId="14"/>
      <p:bldP spid="78" grpId="15"/>
      <p:bldP spid="78" grpId="16"/>
      <p:bldP spid="78" grpId="17"/>
      <p:bldP spid="79" grpId="0"/>
      <p:bldP spid="79" grpId="1"/>
      <p:bldP spid="79" grpId="2"/>
      <p:bldP spid="79" grpId="3"/>
      <p:bldP spid="79" grpId="4"/>
      <p:bldP spid="79" grpId="5"/>
      <p:bldP spid="79" grpId="6"/>
      <p:bldP spid="79" grpId="7"/>
      <p:bldP spid="79" grpId="8"/>
      <p:bldP spid="79" grpId="9"/>
      <p:bldP spid="79" grpId="10"/>
      <p:bldP spid="79" grpId="11"/>
      <p:bldP spid="79" grpId="12"/>
      <p:bldP spid="79" grpId="13"/>
      <p:bldP spid="79" grpId="14"/>
      <p:bldP spid="79" grpId="15"/>
      <p:bldP spid="79" grpId="16"/>
      <p:bldP spid="79" grpId="17"/>
      <p:bldP spid="80" grpId="0"/>
      <p:bldP spid="80" grpId="1"/>
      <p:bldP spid="80" grpId="2"/>
      <p:bldP spid="80" grpId="3"/>
      <p:bldP spid="80" grpId="4"/>
      <p:bldP spid="80" grpId="5"/>
      <p:bldP spid="80" grpId="6"/>
      <p:bldP spid="80" grpId="7"/>
      <p:bldP spid="80" grpId="8"/>
      <p:bldP spid="80" grpId="9"/>
      <p:bldP spid="80" grpId="10"/>
      <p:bldP spid="80" grpId="11"/>
      <p:bldP spid="80" grpId="12"/>
      <p:bldP spid="80" grpId="13"/>
      <p:bldP spid="80" grpId="14"/>
      <p:bldP spid="80" grpId="15"/>
      <p:bldP spid="80" grpId="16"/>
      <p:bldP spid="80" grpId="17"/>
      <p:bldP spid="81" grpId="0"/>
      <p:bldP spid="81" grpId="1"/>
      <p:bldP spid="81" grpId="2"/>
      <p:bldP spid="81" grpId="3"/>
      <p:bldP spid="81" grpId="4"/>
      <p:bldP spid="81" grpId="5"/>
      <p:bldP spid="81" grpId="6"/>
      <p:bldP spid="81" grpId="7"/>
      <p:bldP spid="81" grpId="8"/>
      <p:bldP spid="81" grpId="9"/>
      <p:bldP spid="81" grpId="10"/>
      <p:bldP spid="81" grpId="11"/>
      <p:bldP spid="81" grpId="12"/>
      <p:bldP spid="81" grpId="13"/>
      <p:bldP spid="81" grpId="14"/>
      <p:bldP spid="81" grpId="15"/>
      <p:bldP spid="81" grpId="16"/>
      <p:bldP spid="81" grpId="17"/>
      <p:bldP spid="82" grpId="0"/>
      <p:bldP spid="82" grpId="1"/>
      <p:bldP spid="82" grpId="2"/>
      <p:bldP spid="82" grpId="3"/>
      <p:bldP spid="82" grpId="4"/>
      <p:bldP spid="82" grpId="5"/>
      <p:bldP spid="82" grpId="6"/>
      <p:bldP spid="82" grpId="7"/>
      <p:bldP spid="82" grpId="8"/>
      <p:bldP spid="82" grpId="9"/>
      <p:bldP spid="82" grpId="10"/>
      <p:bldP spid="82" grpId="11"/>
      <p:bldP spid="82" grpId="12"/>
      <p:bldP spid="82" grpId="13"/>
      <p:bldP spid="82" grpId="14"/>
      <p:bldP spid="82" grpId="15"/>
      <p:bldP spid="82" grpId="16"/>
      <p:bldP spid="82" grpId="17"/>
      <p:bldP spid="83" grpId="0"/>
      <p:bldP spid="83" grpId="1"/>
      <p:bldP spid="83" grpId="2"/>
      <p:bldP spid="83" grpId="3"/>
      <p:bldP spid="83" grpId="4"/>
      <p:bldP spid="83" grpId="5"/>
      <p:bldP spid="83" grpId="6"/>
      <p:bldP spid="83" grpId="7"/>
      <p:bldP spid="83" grpId="8"/>
      <p:bldP spid="83" grpId="9"/>
      <p:bldP spid="83" grpId="10"/>
      <p:bldP spid="83" grpId="11"/>
      <p:bldP spid="83" grpId="12"/>
      <p:bldP spid="83" grpId="13"/>
      <p:bldP spid="83" grpId="14"/>
      <p:bldP spid="83" grpId="15"/>
      <p:bldP spid="83" grpId="16"/>
      <p:bldP spid="83" grpId="17"/>
      <p:bldP spid="84" grpId="0"/>
      <p:bldP spid="84" grpId="1"/>
      <p:bldP spid="84" grpId="2"/>
      <p:bldP spid="84" grpId="3"/>
      <p:bldP spid="84" grpId="4"/>
      <p:bldP spid="84" grpId="5"/>
      <p:bldP spid="84" grpId="6"/>
      <p:bldP spid="84" grpId="7"/>
      <p:bldP spid="84" grpId="8"/>
      <p:bldP spid="84" grpId="9"/>
      <p:bldP spid="84" grpId="10"/>
      <p:bldP spid="84" grpId="11"/>
      <p:bldP spid="84" grpId="12"/>
      <p:bldP spid="84" grpId="13"/>
      <p:bldP spid="84" grpId="14"/>
      <p:bldP spid="84" grpId="15"/>
      <p:bldP spid="84" grpId="16"/>
      <p:bldP spid="84" grpId="17"/>
      <p:bldP spid="85" grpId="0"/>
      <p:bldP spid="85" grpId="1"/>
      <p:bldP spid="85" grpId="2"/>
      <p:bldP spid="85" grpId="3"/>
      <p:bldP spid="85" grpId="4"/>
      <p:bldP spid="85" grpId="5"/>
      <p:bldP spid="85" grpId="6"/>
      <p:bldP spid="85" grpId="7"/>
      <p:bldP spid="85" grpId="8"/>
      <p:bldP spid="85" grpId="9"/>
      <p:bldP spid="85" grpId="10"/>
      <p:bldP spid="85" grpId="11"/>
      <p:bldP spid="85" grpId="12"/>
      <p:bldP spid="85" grpId="13"/>
      <p:bldP spid="85" grpId="14"/>
      <p:bldP spid="85" grpId="15"/>
      <p:bldP spid="85" grpId="16"/>
      <p:bldP spid="85" grpId="17"/>
      <p:bldP spid="86" grpId="0"/>
      <p:bldP spid="86" grpId="1"/>
      <p:bldP spid="86" grpId="2"/>
      <p:bldP spid="86" grpId="3"/>
      <p:bldP spid="86" grpId="4"/>
      <p:bldP spid="86" grpId="5"/>
      <p:bldP spid="86" grpId="6"/>
      <p:bldP spid="86" grpId="7"/>
      <p:bldP spid="86" grpId="8"/>
      <p:bldP spid="86" grpId="9"/>
      <p:bldP spid="86" grpId="10"/>
      <p:bldP spid="86" grpId="11"/>
      <p:bldP spid="86" grpId="12"/>
      <p:bldP spid="86" grpId="13"/>
      <p:bldP spid="86" grpId="14"/>
      <p:bldP spid="86" grpId="15"/>
      <p:bldP spid="86" grpId="16"/>
      <p:bldP spid="86" grpId="17"/>
      <p:bldP spid="87" grpId="0"/>
      <p:bldP spid="87" grpId="1"/>
      <p:bldP spid="87" grpId="2"/>
      <p:bldP spid="87" grpId="3"/>
      <p:bldP spid="87" grpId="4"/>
      <p:bldP spid="87" grpId="5"/>
      <p:bldP spid="87" grpId="6"/>
      <p:bldP spid="87" grpId="7"/>
      <p:bldP spid="87" grpId="8"/>
      <p:bldP spid="87" grpId="9"/>
      <p:bldP spid="87" grpId="10"/>
      <p:bldP spid="87" grpId="11"/>
      <p:bldP spid="87" grpId="12"/>
      <p:bldP spid="87" grpId="13"/>
      <p:bldP spid="87" grpId="14"/>
      <p:bldP spid="87" grpId="15"/>
      <p:bldP spid="87" grpId="16"/>
      <p:bldP spid="87" grpId="17"/>
      <p:bldP spid="88" grpId="0"/>
      <p:bldP spid="88" grpId="1"/>
      <p:bldP spid="88" grpId="2"/>
      <p:bldP spid="88" grpId="3"/>
      <p:bldP spid="88" grpId="4"/>
      <p:bldP spid="88" grpId="5"/>
      <p:bldP spid="88" grpId="6"/>
      <p:bldP spid="88" grpId="7"/>
      <p:bldP spid="88" grpId="8"/>
      <p:bldP spid="88" grpId="9"/>
      <p:bldP spid="88" grpId="10"/>
      <p:bldP spid="88" grpId="11"/>
      <p:bldP spid="88" grpId="12"/>
      <p:bldP spid="88" grpId="13"/>
      <p:bldP spid="88" grpId="14"/>
      <p:bldP spid="88" grpId="15"/>
      <p:bldP spid="88" grpId="16"/>
      <p:bldP spid="88" grpId="17"/>
      <p:bldP spid="89" grpId="0"/>
      <p:bldP spid="89" grpId="1"/>
      <p:bldP spid="89" grpId="2"/>
      <p:bldP spid="89" grpId="3"/>
      <p:bldP spid="89" grpId="4"/>
      <p:bldP spid="89" grpId="5"/>
      <p:bldP spid="89" grpId="6"/>
      <p:bldP spid="89" grpId="7"/>
      <p:bldP spid="89" grpId="8"/>
      <p:bldP spid="89" grpId="9"/>
      <p:bldP spid="89" grpId="10"/>
      <p:bldP spid="89" grpId="11"/>
      <p:bldP spid="89" grpId="12"/>
      <p:bldP spid="89" grpId="13"/>
      <p:bldP spid="89" grpId="14"/>
      <p:bldP spid="89" grpId="15"/>
      <p:bldP spid="89" grpId="16"/>
      <p:bldP spid="89" grpId="17"/>
      <p:bldP spid="90" grpId="0"/>
      <p:bldP spid="90" grpId="1"/>
      <p:bldP spid="90" grpId="2"/>
      <p:bldP spid="90" grpId="3"/>
      <p:bldP spid="90" grpId="4"/>
      <p:bldP spid="90" grpId="5"/>
      <p:bldP spid="90" grpId="6"/>
      <p:bldP spid="90" grpId="7"/>
      <p:bldP spid="90" grpId="8"/>
      <p:bldP spid="90" grpId="9"/>
      <p:bldP spid="90" grpId="10"/>
      <p:bldP spid="90" grpId="11"/>
      <p:bldP spid="90" grpId="12"/>
      <p:bldP spid="90" grpId="13"/>
      <p:bldP spid="90" grpId="14"/>
      <p:bldP spid="90" grpId="15"/>
      <p:bldP spid="90" grpId="16"/>
      <p:bldP spid="90" grpId="17"/>
      <p:bldP spid="91" grpId="0"/>
      <p:bldP spid="91" grpId="1"/>
      <p:bldP spid="91" grpId="2"/>
      <p:bldP spid="91" grpId="3"/>
      <p:bldP spid="91" grpId="4"/>
      <p:bldP spid="91" grpId="5"/>
      <p:bldP spid="91" grpId="6"/>
      <p:bldP spid="91" grpId="7"/>
      <p:bldP spid="91" grpId="8"/>
      <p:bldP spid="91" grpId="9"/>
      <p:bldP spid="91" grpId="10"/>
      <p:bldP spid="91" grpId="11"/>
      <p:bldP spid="91" grpId="12"/>
      <p:bldP spid="91" grpId="13"/>
      <p:bldP spid="91" grpId="14"/>
      <p:bldP spid="91" grpId="15"/>
      <p:bldP spid="91" grpId="16"/>
      <p:bldP spid="91" grpId="17"/>
      <p:bldP spid="92" grpId="0"/>
      <p:bldP spid="92" grpId="1"/>
      <p:bldP spid="92" grpId="2"/>
      <p:bldP spid="92" grpId="3"/>
      <p:bldP spid="92" grpId="4"/>
      <p:bldP spid="92" grpId="5"/>
      <p:bldP spid="92" grpId="6"/>
      <p:bldP spid="92" grpId="7"/>
      <p:bldP spid="92" grpId="8"/>
      <p:bldP spid="92" grpId="9"/>
      <p:bldP spid="92" grpId="10"/>
      <p:bldP spid="92" grpId="11"/>
      <p:bldP spid="92" grpId="12"/>
      <p:bldP spid="92" grpId="13"/>
      <p:bldP spid="92" grpId="14"/>
      <p:bldP spid="92" grpId="15"/>
      <p:bldP spid="92" grpId="16"/>
      <p:bldP spid="92" grpId="17"/>
      <p:bldP spid="93" grpId="0"/>
      <p:bldP spid="93" grpId="1"/>
      <p:bldP spid="93" grpId="2"/>
      <p:bldP spid="93" grpId="3"/>
      <p:bldP spid="93" grpId="4"/>
      <p:bldP spid="93" grpId="5"/>
      <p:bldP spid="93" grpId="6"/>
      <p:bldP spid="93" grpId="7"/>
      <p:bldP spid="93" grpId="8"/>
      <p:bldP spid="93" grpId="9"/>
      <p:bldP spid="93" grpId="10"/>
      <p:bldP spid="93" grpId="11"/>
      <p:bldP spid="93" grpId="12"/>
      <p:bldP spid="93" grpId="13"/>
      <p:bldP spid="93" grpId="14"/>
      <p:bldP spid="93" grpId="15"/>
      <p:bldP spid="93" grpId="16"/>
      <p:bldP spid="93" grpId="17"/>
      <p:bldP spid="94" grpId="0"/>
      <p:bldP spid="94" grpId="1"/>
      <p:bldP spid="94" grpId="2"/>
      <p:bldP spid="94" grpId="3"/>
      <p:bldP spid="94" grpId="4"/>
      <p:bldP spid="94" grpId="5"/>
      <p:bldP spid="94" grpId="6"/>
      <p:bldP spid="94" grpId="7"/>
      <p:bldP spid="94" grpId="8"/>
      <p:bldP spid="94" grpId="9"/>
      <p:bldP spid="94" grpId="10"/>
      <p:bldP spid="94" grpId="11"/>
      <p:bldP spid="94" grpId="12"/>
      <p:bldP spid="94" grpId="13"/>
      <p:bldP spid="94" grpId="14"/>
      <p:bldP spid="94" grpId="15"/>
      <p:bldP spid="94" grpId="16"/>
      <p:bldP spid="94" grpId="17"/>
      <p:bldP spid="95" grpId="0"/>
      <p:bldP spid="95" grpId="1"/>
      <p:bldP spid="95" grpId="2"/>
      <p:bldP spid="95" grpId="3"/>
      <p:bldP spid="95" grpId="4"/>
      <p:bldP spid="95" grpId="5"/>
      <p:bldP spid="95" grpId="6"/>
      <p:bldP spid="95" grpId="7"/>
      <p:bldP spid="95" grpId="8"/>
      <p:bldP spid="95" grpId="9"/>
      <p:bldP spid="95" grpId="10"/>
      <p:bldP spid="95" grpId="11"/>
      <p:bldP spid="95" grpId="12"/>
      <p:bldP spid="95" grpId="13"/>
      <p:bldP spid="95" grpId="14"/>
      <p:bldP spid="95" grpId="15"/>
      <p:bldP spid="95" grpId="16"/>
      <p:bldP spid="95" grpId="17"/>
      <p:bldP spid="96" grpId="0"/>
      <p:bldP spid="96" grpId="1"/>
      <p:bldP spid="96" grpId="2"/>
      <p:bldP spid="96" grpId="3"/>
      <p:bldP spid="96" grpId="4"/>
      <p:bldP spid="96" grpId="5"/>
      <p:bldP spid="96" grpId="6"/>
      <p:bldP spid="96" grpId="7"/>
      <p:bldP spid="96" grpId="8"/>
      <p:bldP spid="96" grpId="9"/>
      <p:bldP spid="96" grpId="10"/>
      <p:bldP spid="96" grpId="11"/>
      <p:bldP spid="96" grpId="12"/>
      <p:bldP spid="96" grpId="13"/>
      <p:bldP spid="96" grpId="14"/>
      <p:bldP spid="96" grpId="15"/>
      <p:bldP spid="96" grpId="16"/>
      <p:bldP spid="96" grpId="17"/>
      <p:bldP spid="97" grpId="0"/>
      <p:bldP spid="97" grpId="1"/>
      <p:bldP spid="97" grpId="2"/>
      <p:bldP spid="97" grpId="3"/>
      <p:bldP spid="97" grpId="4"/>
      <p:bldP spid="97" grpId="5"/>
      <p:bldP spid="97" grpId="6"/>
      <p:bldP spid="97" grpId="7"/>
      <p:bldP spid="97" grpId="8"/>
      <p:bldP spid="97" grpId="9"/>
      <p:bldP spid="97" grpId="10"/>
      <p:bldP spid="97" grpId="11"/>
      <p:bldP spid="97" grpId="12"/>
      <p:bldP spid="97" grpId="13"/>
      <p:bldP spid="97" grpId="14"/>
      <p:bldP spid="97" grpId="15"/>
      <p:bldP spid="97" grpId="16"/>
      <p:bldP spid="97" grpId="17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047FCDF7-A880-C611-B87F-8FF5935E16BB}"/>
              </a:ext>
            </a:extLst>
          </p:cNvPr>
          <p:cNvSpPr/>
          <p:nvPr userDrawn="1"/>
        </p:nvSpPr>
        <p:spPr>
          <a:xfrm>
            <a:off x="6299775" y="419473"/>
            <a:ext cx="5725651" cy="576064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A3CB81D-0F5B-E477-D1BD-6C645FD5EC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775"/>
                    </a14:imgEffect>
                    <a14:imgEffect>
                      <a14:saturation sat="97000"/>
                    </a14:imgEffect>
                    <a14:imgEffect>
                      <a14:brightnessContrast bright="10000" contras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46" r="2524"/>
          <a:stretch/>
        </p:blipFill>
        <p:spPr>
          <a:xfrm>
            <a:off x="241286" y="862809"/>
            <a:ext cx="5879067" cy="5132382"/>
          </a:xfrm>
          <a:prstGeom prst="ellipse">
            <a:avLst/>
          </a:prstGeom>
        </p:spPr>
      </p:pic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CFAEEF84-C269-56FC-02E6-84BEAEA852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91" y="2252415"/>
            <a:ext cx="5119301" cy="147099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kumimoji="0" lang="zh-TW" altLang="en-US" sz="9600" b="0" i="0" u="none" strike="noStrike" kern="1200" cap="none" spc="300" normalizeH="0" baseline="0" noProof="0" dirty="0" smtClean="0">
                <a:ln w="12700">
                  <a:solidFill>
                    <a:srgbClr val="2B2413"/>
                  </a:solidFill>
                </a:ln>
                <a:solidFill>
                  <a:srgbClr val="286E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auhaus 93" panose="04030905020B02020C02" pitchFamily="82" charset="0"/>
                <a:ea typeface="華康粗圓體" panose="020F0709000000000000" pitchFamily="49" charset="-120"/>
                <a:cs typeface="Aharoni" panose="02010803020104030203" pitchFamily="2" charset="-79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7FD4F82-F1D5-4BDC-F0CA-8FC09EC1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591" y="1275563"/>
            <a:ext cx="5119301" cy="976852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TW" altLang="en-US" sz="7200" b="1" i="0" u="none" strike="noStrike" kern="1200" cap="none" spc="500" normalizeH="0" baseline="0" dirty="0">
                <a:ln w="22225" cmpd="sng">
                  <a:solidFill>
                    <a:prstClr val="white"/>
                  </a:solidFill>
                  <a:prstDash val="solid"/>
                </a:ln>
                <a:solidFill>
                  <a:srgbClr val="C00000"/>
                </a:solidFill>
                <a:effectLst>
                  <a:glow>
                    <a:srgbClr val="FFFFFF">
                      <a:alpha val="3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源泉圓體 H" panose="020B0A00000000000000" pitchFamily="34" charset="-120"/>
                <a:ea typeface="源泉圓體 H" panose="020B0A00000000000000" pitchFamily="34" charset="-120"/>
                <a:cs typeface="+mj-cs"/>
              </a:defRPr>
            </a:lvl1pPr>
          </a:lstStyle>
          <a:p>
            <a:endParaRPr lang="zh-TW" altLang="en-US" dirty="0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95839CD3-F056-F4B4-D67E-467BE03374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98591" y="3597963"/>
            <a:ext cx="5118100" cy="1581149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lang="zh-TW" altLang="en-US" sz="8000" b="1" i="0" u="none" strike="noStrike" kern="1200" cap="none" spc="500" normalizeH="0" baseline="0" noProof="0" dirty="0" smtClean="0">
                <a:ln w="22225" cmpd="sng">
                  <a:solidFill>
                    <a:prstClr val="white"/>
                  </a:solidFill>
                  <a:prstDash val="solid"/>
                </a:ln>
                <a:solidFill>
                  <a:srgbClr val="7030A0"/>
                </a:solidFill>
                <a:effectLst>
                  <a:glow>
                    <a:srgbClr val="FFFFFF">
                      <a:alpha val="3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defRPr>
            </a:lvl1pPr>
            <a:lvl2pPr marL="0" indent="0"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kumimoji="0" lang="zh-TW" altLang="en-US" sz="2400" b="0" i="0" u="none" strike="noStrike" kern="1200" cap="none" spc="300" normalizeH="0" baseline="0" dirty="0" smtClean="0">
                <a:ln w="12700">
                  <a:solidFill>
                    <a:srgbClr val="2B2413"/>
                  </a:solidFill>
                </a:ln>
                <a:solidFill>
                  <a:srgbClr val="FFC000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 Demi" panose="020E0802020502020306" pitchFamily="34" charset="0"/>
                <a:ea typeface="華康粗圓體" panose="020F0709000000000000" pitchFamily="49" charset="-120"/>
                <a:cs typeface="Aharoni" panose="02010803020104030203" pitchFamily="2" charset="-79"/>
              </a:defRPr>
            </a:lvl2pPr>
            <a:lvl3pPr marL="0" indent="0"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kumimoji="0" lang="zh-TW" altLang="en-US" sz="2400" b="0" i="0" u="none" strike="noStrike" kern="1200" cap="none" spc="300" normalizeH="0" baseline="0" dirty="0" smtClean="0">
                <a:ln w="12700">
                  <a:solidFill>
                    <a:srgbClr val="2B2413"/>
                  </a:solidFill>
                </a:ln>
                <a:solidFill>
                  <a:srgbClr val="FFC000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 Demi" panose="020E0802020502020306" pitchFamily="34" charset="0"/>
                <a:ea typeface="華康粗圓體" panose="020F0709000000000000" pitchFamily="49" charset="-120"/>
                <a:cs typeface="Aharoni" panose="02010803020104030203" pitchFamily="2" charset="-79"/>
              </a:defRPr>
            </a:lvl3pPr>
            <a:lvl4pPr marL="0" indent="0"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kumimoji="0" lang="zh-TW" altLang="en-US" sz="2400" b="0" i="0" u="none" strike="noStrike" kern="1200" cap="none" spc="300" normalizeH="0" baseline="0" dirty="0" smtClean="0">
                <a:ln w="12700">
                  <a:solidFill>
                    <a:srgbClr val="2B2413"/>
                  </a:solidFill>
                </a:ln>
                <a:solidFill>
                  <a:srgbClr val="FFC000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 Demi" panose="020E0802020502020306" pitchFamily="34" charset="0"/>
                <a:ea typeface="華康粗圓體" panose="020F0709000000000000" pitchFamily="49" charset="-120"/>
                <a:cs typeface="Aharoni" panose="02010803020104030203" pitchFamily="2" charset="-79"/>
              </a:defRPr>
            </a:lvl4pPr>
            <a:lvl5pPr marL="0" indent="0"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kumimoji="0" lang="zh-TW" altLang="en-US" sz="2400" b="0" i="0" u="none" strike="noStrike" kern="1200" cap="none" spc="300" normalizeH="0" baseline="0" dirty="0" smtClean="0">
                <a:ln w="12700">
                  <a:solidFill>
                    <a:srgbClr val="2B2413"/>
                  </a:solidFill>
                </a:ln>
                <a:solidFill>
                  <a:srgbClr val="FFC000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 Demi" panose="020E0802020502020306" pitchFamily="34" charset="0"/>
                <a:ea typeface="華康粗圓體" panose="020F0709000000000000" pitchFamily="49" charset="-120"/>
                <a:cs typeface="Aharoni" panose="02010803020104030203" pitchFamily="2" charset="-79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300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10A1B6-5D0E-448A-C652-FD8210CD2E44}"/>
              </a:ext>
            </a:extLst>
          </p:cNvPr>
          <p:cNvSpPr/>
          <p:nvPr userDrawn="1"/>
        </p:nvSpPr>
        <p:spPr>
          <a:xfrm>
            <a:off x="170121" y="44624"/>
            <a:ext cx="11758527" cy="1187350"/>
          </a:xfrm>
          <a:prstGeom prst="roundRect">
            <a:avLst/>
          </a:prstGeom>
          <a:solidFill>
            <a:srgbClr val="CD4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5600" b="1" i="0" u="none" strike="noStrike" kern="1200" cap="none" spc="500" normalizeH="0" baseline="0" noProof="0" dirty="0">
              <a:ln w="22225" cmpd="sng">
                <a:solidFill>
                  <a:srgbClr val="000000"/>
                </a:solidFill>
                <a:prstDash val="solid"/>
              </a:ln>
              <a:solidFill>
                <a:prstClr val="white"/>
              </a:solidFill>
              <a:effectLst/>
              <a:uLnTx/>
              <a:uFillTx/>
              <a:latin typeface="源泉圓體 B" panose="020B0800000000000000" pitchFamily="34" charset="-120"/>
              <a:ea typeface="源泉圓體 B" panose="020B0800000000000000" pitchFamily="34" charset="-120"/>
              <a:cs typeface="Gen Jyuu Gothic Heavy" panose="020B0702020203020207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BA58A7-EC3E-EC54-815C-56D4F235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42" y="72008"/>
            <a:ext cx="11509516" cy="1159966"/>
          </a:xfrm>
        </p:spPr>
        <p:txBody>
          <a:bodyPr/>
          <a:lstStyle>
            <a:lvl1pPr algn="ctr">
              <a:defRPr>
                <a:ln w="6350">
                  <a:solidFill>
                    <a:schemeClr val="tx1"/>
                  </a:solidFill>
                  <a:prstDash val="solid"/>
                </a:ln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E18014-0F6B-D076-D5A0-890C1EDF2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344" y="1231974"/>
            <a:ext cx="9180672" cy="554651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>
                <a:solidFill>
                  <a:srgbClr val="0070C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E65D52-07E8-AE06-EC5F-98A078EB5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26195" y="3789040"/>
            <a:ext cx="2696773" cy="2448272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 smtClean="0">
                <a:ln w="12700">
                  <a:noFill/>
                </a:ln>
                <a:solidFill>
                  <a:srgbClr val="7030A0"/>
                </a:solidFill>
                <a:effectLst/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 smtClean="0">
                <a:ln w="12700"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 smtClean="0">
                <a:ln w="12700"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 smtClean="0">
                <a:ln w="12700"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>
                <a:ln w="12700"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CC8F74-D3BB-8BA3-0847-D00DDED4B8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2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" r="202"/>
          <a:stretch/>
        </p:blipFill>
        <p:spPr>
          <a:xfrm>
            <a:off x="9480376" y="1231974"/>
            <a:ext cx="2588413" cy="23498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8782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13938F-8635-BBD9-7CCF-E7318AC0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680" y="136525"/>
            <a:ext cx="8280920" cy="3580507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kumimoji="0" lang="zh-TW" altLang="en-US" sz="6000" b="1" i="0" u="none" strike="noStrike" kern="1200" cap="none" spc="600" normalizeH="0" baseline="0" dirty="0">
                <a:ln w="19050"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defRPr>
            </a:lvl1pPr>
          </a:lstStyle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A85CC4-E07D-8976-137F-F049D57EEE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9336" y="5949280"/>
            <a:ext cx="7560840" cy="772195"/>
          </a:xfrm>
        </p:spPr>
        <p:txBody>
          <a:bodyPr anchor="ctr">
            <a:noAutofit/>
          </a:bodyPr>
          <a:lstStyle>
            <a:lvl1pPr marL="0" indent="0" algn="ctr">
              <a:buNone/>
              <a:defRPr kumimoji="0" lang="zh-TW" altLang="en-US" sz="4000" b="1" i="0" u="none" strike="noStrike" kern="1200" cap="none" spc="600" normalizeH="0" baseline="0" dirty="0">
                <a:ln w="19050"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按一下以子標題樣式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18594ED-79FB-EBED-7D22-0FDA8D09A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83" y="2996083"/>
            <a:ext cx="7896225" cy="309721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5400">
                <a:solidFill>
                  <a:srgbClr val="7030A0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122501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Relationship Id="rId3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262269"/>
            <a:ext cx="12192000" cy="2454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87229"/>
            <a:ext cx="12192000" cy="2709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08000" marR="0" lvl="0" indent="0" algn="ctr" defTabSz="914400" rtl="0" eaLnBrk="1" fontAlgn="auto" latinLnBrk="0" hangingPunct="1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124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44" r:id="rId1"/>
    <p:sldLayoutId id="2147484245" r:id="rId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0" lang="en-US" altLang="en-US" sz="6000" b="1" i="0" u="none" strike="noStrike" kern="1200" cap="none" spc="350" normalizeH="0" baseline="0" dirty="0">
          <a:ln>
            <a:solidFill>
              <a:prstClr val="black"/>
            </a:solidFill>
          </a:ln>
          <a:solidFill>
            <a:srgbClr val="FFFF00"/>
          </a:solidFill>
          <a:effectLst/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0" lang="zh-TW" altLang="en-US" sz="4800" b="1" i="0" u="none" strike="noStrike" kern="1200" cap="none" spc="350" normalizeH="0" baseline="0" dirty="0">
          <a:ln>
            <a:solidFill>
              <a:prstClr val="black"/>
            </a:solidFill>
          </a:ln>
          <a:solidFill>
            <a:srgbClr val="FFFF00"/>
          </a:solidFill>
          <a:effectLst/>
          <a:uLnTx/>
          <a:uFillTx/>
          <a:latin typeface="源泉圓體 M" panose="020B0600000000000000" pitchFamily="34" charset="-120"/>
          <a:ea typeface="源泉圓體 M" panose="020B0600000000000000" pitchFamily="34" charset="-120"/>
          <a:cs typeface="+mj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6DF01DD-3FE1-9A3A-744F-B6DD4B18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B118F9-0DD6-82A5-63CC-BFB154355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3899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26" r:id="rId2"/>
    <p:sldLayoutId id="2147484170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kumimoji="0" lang="zh-TW" altLang="en-US" sz="6000" b="1" kern="1200" spc="300" dirty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1pPr>
    </p:titleStyle>
    <p:bodyStyle>
      <a:lvl1pPr marL="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 smtClean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1pPr>
      <a:lvl2pPr marL="45720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 smtClean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2pPr>
      <a:lvl3pPr marL="91440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 smtClean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3pPr>
      <a:lvl4pPr marL="137160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 smtClean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4pPr>
      <a:lvl5pPr marL="182880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A7236F3-99A1-7A1D-43B3-733B0F45B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A7556A-CA82-E5E4-CBEF-437BB0F98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077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TW" altLang="en-US" sz="5200" b="1" i="0" u="none" strike="noStrike" kern="1200" cap="none" spc="300" normalizeH="0" baseline="0" dirty="0">
          <a:ln w="6350">
            <a:solidFill>
              <a:srgbClr val="BD714E"/>
            </a:solidFill>
            <a:prstDash val="solid"/>
          </a:ln>
          <a:solidFill>
            <a:prstClr val="white"/>
          </a:solidFill>
          <a:effectLst/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0" lang="zh-TW" altLang="en-US" sz="4600" b="1" i="0" u="none" strike="noStrike" kern="1200" cap="none" spc="300" normalizeH="0" baseline="0" noProof="0" dirty="0" smtClean="0">
          <a:ln w="12700">
            <a:noFill/>
          </a:ln>
          <a:solidFill>
            <a:srgbClr val="8A382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TW" altLang="en-US" sz="4600" b="1" i="0" u="none" strike="noStrike" kern="1200" cap="none" spc="300" normalizeH="0" baseline="0" dirty="0" smtClean="0">
          <a:ln w="12700">
            <a:noFill/>
          </a:ln>
          <a:solidFill>
            <a:srgbClr val="8A382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TW" altLang="en-US" sz="4600" b="1" i="0" u="none" strike="noStrike" kern="1200" cap="none" spc="300" normalizeH="0" baseline="0" dirty="0" smtClean="0">
          <a:ln w="12700">
            <a:noFill/>
          </a:ln>
          <a:solidFill>
            <a:srgbClr val="8A382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3EE2FC1-B966-45FB-1F78-7B1AD2C95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A48AD9-6D7F-6B94-7A10-150A9DA3E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D3820F1-50F9-533A-7249-E494EE5C82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193" t="2750" r="3892"/>
          <a:stretch/>
        </p:blipFill>
        <p:spPr>
          <a:xfrm>
            <a:off x="7811779" y="0"/>
            <a:ext cx="439248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93311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TW" altLang="en-US" sz="6000" b="1" i="0" u="none" strike="noStrike" kern="1200" cap="none" spc="600" normalizeH="0" baseline="0" noProof="0" dirty="0">
          <a:ln w="19050">
            <a:noFill/>
          </a:ln>
          <a:solidFill>
            <a:srgbClr val="C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dirty="0">
          <a:ln w="19050">
            <a:noFill/>
          </a:ln>
          <a:solidFill>
            <a:srgbClr val="C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dirty="0">
          <a:ln w="19050">
            <a:noFill/>
          </a:ln>
          <a:solidFill>
            <a:srgbClr val="C55A1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dirty="0">
          <a:ln w="19050">
            <a:noFill/>
          </a:ln>
          <a:solidFill>
            <a:srgbClr val="C55A1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noProof="0" dirty="0">
          <a:ln w="19050">
            <a:noFill/>
          </a:ln>
          <a:solidFill>
            <a:srgbClr val="C55A1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dirty="0">
          <a:ln w="19050">
            <a:noFill/>
          </a:ln>
          <a:solidFill>
            <a:srgbClr val="C55A1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94360"/>
            <a:ext cx="11201400" cy="2926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充滿我心，哦主聖靈，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掌管我的心為祢居所；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94360"/>
            <a:ext cx="11201400" cy="2926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更新我心，哦主聖靈，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現活著的已不再是我，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94360"/>
            <a:ext cx="11201400" cy="2926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而是永活主在我心中！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主的榮光，驅散黑暗；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94360"/>
            <a:ext cx="11201400" cy="2926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喜樂平安，替代悲傷；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恩典憐憫，驅走悲怨；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94360"/>
            <a:ext cx="11201400" cy="2926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靠著耶穌，今可得勝！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sz="6000">
                <a:solidFill>
                  <a:srgbClr val="FFFF00"/>
                </a:solidFill>
                <a:latin typeface="源泉圓體 B"/>
              </a:rPr>
              <a:t>求主充滿！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佈景主題0702">
  <a:themeElements>
    <a:clrScheme name="丰恩投影片0702">
      <a:dk1>
        <a:sysClr val="windowText" lastClr="000000"/>
      </a:dk1>
      <a:lt1>
        <a:srgbClr val="FFFFFF"/>
      </a:lt1>
      <a:dk2>
        <a:srgbClr val="FFFF00"/>
      </a:dk2>
      <a:lt2>
        <a:srgbClr val="FFC000"/>
      </a:lt2>
      <a:accent1>
        <a:srgbClr val="F5D9D3"/>
      </a:accent1>
      <a:accent2>
        <a:srgbClr val="F6E8D5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丰恩投影字型20230820">
      <a:majorFont>
        <a:latin typeface="Comic Sans MS"/>
        <a:ea typeface="源泉圓體 B"/>
        <a:cs typeface=""/>
      </a:majorFont>
      <a:minorFont>
        <a:latin typeface="Comic Sans MS"/>
        <a:ea typeface="源泉圓體 B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0702" id="{D29F7392-D146-4066-B916-379BF1CBBF9C}" vid="{21BE1E8F-8EA2-484B-8415-81951DE788F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54534</TotalTime>
  <Words>1540</Words>
  <Application>Microsoft Office PowerPoint</Application>
  <PresentationFormat>寬螢幕</PresentationFormat>
  <Paragraphs>244</Paragraphs>
  <Slides>222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222</vt:i4>
      </vt:variant>
    </vt:vector>
  </HeadingPairs>
  <TitlesOfParts>
    <vt:vector size="237" baseType="lpstr">
      <vt:lpstr>華康海報體W12</vt:lpstr>
      <vt:lpstr>華康粗圓體</vt:lpstr>
      <vt:lpstr>源泉圓體 B</vt:lpstr>
      <vt:lpstr>源泉圓體 H</vt:lpstr>
      <vt:lpstr>源泉圓體 M</vt:lpstr>
      <vt:lpstr>Arial</vt:lpstr>
      <vt:lpstr>Bauhaus 93</vt:lpstr>
      <vt:lpstr>Berlin Sans FB Demi</vt:lpstr>
      <vt:lpstr>Calibri</vt:lpstr>
      <vt:lpstr>Comic Sans MS</vt:lpstr>
      <vt:lpstr>Times New Roman</vt:lpstr>
      <vt:lpstr>佈景主題0702</vt:lpstr>
      <vt:lpstr>1_自訂設計</vt:lpstr>
      <vt:lpstr>4_自訂設計</vt:lpstr>
      <vt:lpstr>5_自訂設計</vt:lpstr>
      <vt:lpstr>PowerPoint 簡報</vt:lpstr>
      <vt:lpstr>這高貴新婦是我佳偶</vt:lpstr>
      <vt:lpstr>如此驚人的美麗 是天父為我預備</vt:lpstr>
      <vt:lpstr>她的歌聲是 如此甜美</vt:lpstr>
      <vt:lpstr>當她默然向我看一眼 </vt:lpstr>
      <vt:lpstr>她的愛觸動我心</vt:lpstr>
      <vt:lpstr>跟你旁邊的人說： 當你看耶穌一眼，就觸動祂的心哦!</vt:lpstr>
      <vt:lpstr>這高貴新婦是我佳偶</vt:lpstr>
      <vt:lpstr>如此驚人的美麗 是天父為我預備</vt:lpstr>
      <vt:lpstr>她的歌聲是 如此甜美</vt:lpstr>
      <vt:lpstr>當她默然向我看一眼 </vt:lpstr>
      <vt:lpstr>她的愛觸動我心</vt:lpstr>
      <vt:lpstr>這高貴新婦是我佳偶</vt:lpstr>
      <vt:lpstr>如此驚人的美麗 是天父為我預備</vt:lpstr>
      <vt:lpstr>她的歌聲是 如此甜美</vt:lpstr>
      <vt:lpstr>當她默然向我看一眼 </vt:lpstr>
      <vt:lpstr>她的愛觸動我心</vt:lpstr>
      <vt:lpstr>我已尋得我心的摯愛</vt:lpstr>
      <vt:lpstr>祂向我的熱情是 如此深深抓住我 </vt:lpstr>
      <vt:lpstr>深情的凝視 叫我傾迷</vt:lpstr>
      <vt:lpstr>祢的美麗奪了我心</vt:lpstr>
      <vt:lpstr>怎能不全心注視祢</vt:lpstr>
      <vt:lpstr>我已尋得我心的摯愛</vt:lpstr>
      <vt:lpstr>祂向我的熱情是 如此深深抓住我 </vt:lpstr>
      <vt:lpstr>深情的凝視 叫我傾迷</vt:lpstr>
      <vt:lpstr>祢的美麗奪了我心</vt:lpstr>
      <vt:lpstr>怎能不全心注視祢</vt:lpstr>
      <vt:lpstr>祢愛 像一團烈火</vt:lpstr>
      <vt:lpstr>每當一提到祢的名</vt:lpstr>
      <vt:lpstr>我的心就火熱地 燃起來</vt:lpstr>
      <vt:lpstr>祢愛 像一團烈火</vt:lpstr>
      <vt:lpstr>我終日都在思念祢 </vt:lpstr>
      <vt:lpstr>祢驚人美麗叫我屏息</vt:lpstr>
      <vt:lpstr>祢愛 像一團烈火</vt:lpstr>
      <vt:lpstr>每當一提到祢的名</vt:lpstr>
      <vt:lpstr>我的心就火熱地 燃起來</vt:lpstr>
      <vt:lpstr>祢愛 像一團烈火</vt:lpstr>
      <vt:lpstr>我終日都在思念祢 </vt:lpstr>
      <vt:lpstr>祢驚人美麗叫我屏息</vt:lpstr>
      <vt:lpstr>愛火燃燒</vt:lpstr>
      <vt:lpstr>PowerPoint 簡報</vt:lpstr>
      <vt:lpstr>OH~ OH~ (x2)</vt:lpstr>
      <vt:lpstr>祢愛 像一團烈火</vt:lpstr>
      <vt:lpstr>每當一提到祢的名</vt:lpstr>
      <vt:lpstr>我的心就火熱地 燃起來</vt:lpstr>
      <vt:lpstr>祢愛 像一團烈火</vt:lpstr>
      <vt:lpstr>我終日都在思念祢 </vt:lpstr>
      <vt:lpstr>祢驚人美麗叫我屏息</vt:lpstr>
      <vt:lpstr>祢愛 像一團烈火</vt:lpstr>
      <vt:lpstr>每當一提到祢的名</vt:lpstr>
      <vt:lpstr>我的心就火熱地 燃起來</vt:lpstr>
      <vt:lpstr>祢愛 像一團烈火</vt:lpstr>
      <vt:lpstr>我終日都在思念祢 </vt:lpstr>
      <vt:lpstr>祢驚人美麗叫我屏息</vt:lpstr>
      <vt:lpstr>愛火燃燒 愛火燃燒</vt:lpstr>
      <vt:lpstr>PowerPoint 簡報</vt:lpstr>
      <vt:lpstr>逆流而上 逆風前進</vt:lpstr>
      <vt:lpstr>小看艱難的環境</vt:lpstr>
      <vt:lpstr>隨著波逐流 不是我本性</vt:lpstr>
      <vt:lpstr>逆轉之戰 逆勢反彈</vt:lpstr>
      <vt:lpstr>無視地球的重力</vt:lpstr>
      <vt:lpstr>倚靠祢掙脫  挫敗的壓力</vt:lpstr>
      <vt:lpstr>逆著風 向前進</vt:lpstr>
      <vt:lpstr>只因祢 與我同行</vt:lpstr>
      <vt:lpstr>這一局 全在祢手裡</vt:lpstr>
      <vt:lpstr>這是我的逆襲</vt:lpstr>
      <vt:lpstr>Oh oh oh 在逆境中前進</vt:lpstr>
      <vt:lpstr>Oh oh oh 我呼喊耶穌的名</vt:lpstr>
      <vt:lpstr>不可能的事 全向祢屈膝</vt:lpstr>
      <vt:lpstr>我得勝的旌旗</vt:lpstr>
      <vt:lpstr>Oh oh oh 在逆境中前進</vt:lpstr>
      <vt:lpstr>Oh oh oh 我呼喊耶穌的名</vt:lpstr>
      <vt:lpstr>我得勝有餘 都因祢聖名</vt:lpstr>
      <vt:lpstr>逆轉之戰 逆勢反彈</vt:lpstr>
      <vt:lpstr>無視地球的重力</vt:lpstr>
      <vt:lpstr>倚靠祢掙脫  挫敗的壓力</vt:lpstr>
      <vt:lpstr>逆著風 向前進</vt:lpstr>
      <vt:lpstr>只因祢 與我同行</vt:lpstr>
      <vt:lpstr>這一局 全在祢手裡</vt:lpstr>
      <vt:lpstr>這是我的逆襲</vt:lpstr>
      <vt:lpstr>Oh oh oh 在逆境中前進</vt:lpstr>
      <vt:lpstr>Oh oh oh 我呼喊耶穌的名</vt:lpstr>
      <vt:lpstr>不可能的事 全向祢屈膝</vt:lpstr>
      <vt:lpstr>我得勝的旌旗</vt:lpstr>
      <vt:lpstr>Oh oh oh 在逆境中前進</vt:lpstr>
      <vt:lpstr>Oh oh oh 我呼喊耶穌的名</vt:lpstr>
      <vt:lpstr>我得勝有餘 都因祢聖名</vt:lpstr>
      <vt:lpstr>世界太多聲音 意圖使我膽怯戰競</vt:lpstr>
      <vt:lpstr>祢卻讓逆風為我 生命的剛強效力</vt:lpstr>
      <vt:lpstr>逆著風 向前進</vt:lpstr>
      <vt:lpstr>只因祢 與我同行</vt:lpstr>
      <vt:lpstr>這一局 全在祢手裡</vt:lpstr>
      <vt:lpstr>逆著風 向前進</vt:lpstr>
      <vt:lpstr>只因祢 與我同行</vt:lpstr>
      <vt:lpstr>這一局 全在祢手裡</vt:lpstr>
      <vt:lpstr>這是我的逆襲</vt:lpstr>
      <vt:lpstr>逆著風 向前進</vt:lpstr>
      <vt:lpstr>只因祢 與我同行</vt:lpstr>
      <vt:lpstr>這一局 全在祢手裡</vt:lpstr>
      <vt:lpstr>這是我的逆襲</vt:lpstr>
      <vt:lpstr>Oh oh oh 在逆境中前進</vt:lpstr>
      <vt:lpstr>Oh oh oh 我呼喊耶穌的名</vt:lpstr>
      <vt:lpstr>不可能的事 全向祢屈膝</vt:lpstr>
      <vt:lpstr>我得勝的旌旗</vt:lpstr>
      <vt:lpstr>Oh oh oh 在逆境中前進</vt:lpstr>
      <vt:lpstr>Oh oh oh 我呼喊耶穌的名</vt:lpstr>
      <vt:lpstr>我得勝有餘 都因祢聖名</vt:lpstr>
      <vt:lpstr>開口宣告</vt:lpstr>
      <vt:lpstr>PowerPoint 簡報</vt:lpstr>
      <vt:lpstr>撒迦利亞書4:6</vt:lpstr>
      <vt:lpstr>撒迦利亞書4:6</vt:lpstr>
      <vt:lpstr>PowerPoint 簡報</vt:lpstr>
      <vt:lpstr>當我們讓 好行為來</vt:lpstr>
      <vt:lpstr>取代真誠的讚美</vt:lpstr>
      <vt:lpstr>漸漸遺忘了那起初的愛心</vt:lpstr>
      <vt:lpstr>當我們雖 懷著好意</vt:lpstr>
      <vt:lpstr>卻背離祢的心</vt:lpstr>
      <vt:lpstr>赦免我 赦免我們</vt:lpstr>
      <vt:lpstr>當我們讓 好行為來</vt:lpstr>
      <vt:lpstr>取代真誠的讚美</vt:lpstr>
      <vt:lpstr>漸漸遺忘了那起初的愛心</vt:lpstr>
      <vt:lpstr>當我們雖 懷著好意</vt:lpstr>
      <vt:lpstr>卻背離祢的心</vt:lpstr>
      <vt:lpstr>赦免我 赦免我們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當我建造 地上的國</vt:lpstr>
      <vt:lpstr>而非建造祢的國</vt:lpstr>
      <vt:lpstr>祢同在才是我們所渴求</vt:lpstr>
      <vt:lpstr>當我們活得像奴僕 </vt:lpstr>
      <vt:lpstr>而非神兒女身分</vt:lpstr>
      <vt:lpstr>赦免我 赦免我們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PowerPoint 簡報</vt:lpstr>
      <vt:lpstr>我們渴望成為祢器皿</vt:lpstr>
      <vt:lpstr>充滿我心 來充滿我心</vt:lpstr>
      <vt:lpstr>當祢同在向我們傾倒</vt:lpstr>
      <vt:lpstr>永不止息 永不止息</vt:lpstr>
      <vt:lpstr>我們渴望成為祢器皿</vt:lpstr>
      <vt:lpstr>充滿我心 來充滿我心</vt:lpstr>
      <vt:lpstr>當祢同在向我們傾倒</vt:lpstr>
      <vt:lpstr>永不止息 永不止息</vt:lpstr>
      <vt:lpstr>我們渴望成為祢器皿</vt:lpstr>
      <vt:lpstr>充滿我心 來充滿我心</vt:lpstr>
      <vt:lpstr>當祢同在向我們傾倒</vt:lpstr>
      <vt:lpstr>永不止息 永不止息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若沒有祢就沒有意義</vt:lpstr>
      <vt:lpstr>自由敬拜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若沒有祢就沒有意義</vt:lpstr>
      <vt:lpstr>PowerPoint 簡報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若沒有祢就沒有意義</vt:lpstr>
      <vt:lpstr>PowerPoint 簡報</vt:lpstr>
      <vt:lpstr>詩篇 36:9</vt:lpstr>
      <vt:lpstr>詩篇 36:9</vt:lpstr>
      <vt:lpstr>驚嘆在神榮耀光中</vt:lpstr>
      <vt:lpstr>潔淨穿透的光中</vt:lpstr>
      <vt:lpstr>顯明我羞愧 那些我所知道的罪</vt:lpstr>
      <vt:lpstr>沐浴在祢溫柔光中</vt:lpstr>
      <vt:lpstr>祢愛溫暖的光中</vt:lpstr>
      <vt:lpstr>醫治我傷痛 從破碎中讓我掙脫</vt:lpstr>
      <vt:lpstr>在祢同在光中</vt:lpstr>
      <vt:lpstr>祢的光不是為審判定罪</vt:lpstr>
      <vt:lpstr>而是顯明醫治恩典</vt:lpstr>
      <vt:lpstr>在神榮耀的光中 祢愛超越過一切</vt:lpstr>
      <vt:lpstr>祢的光顯明不是為讓我羞愧</vt:lpstr>
      <vt:lpstr>而是煉淨和安慰</vt:lpstr>
      <vt:lpstr>使我剛強全因祢恩典</vt:lpstr>
      <vt:lpstr>我宣揚到永遠</vt:lpstr>
      <vt:lpstr>驚嘆在神榮耀光中</vt:lpstr>
      <vt:lpstr>潔淨穿透的光中</vt:lpstr>
      <vt:lpstr>顯明我羞愧 那些我所知道的罪</vt:lpstr>
      <vt:lpstr>沐浴在祢溫柔光中</vt:lpstr>
      <vt:lpstr>祢愛溫暖的光中</vt:lpstr>
      <vt:lpstr>醫治我傷痛 從破碎中讓我掙脫</vt:lpstr>
      <vt:lpstr>在祢同在光中</vt:lpstr>
      <vt:lpstr>祢的光不是為審判定罪</vt:lpstr>
      <vt:lpstr>而是顯明醫治恩典</vt:lpstr>
      <vt:lpstr>在神榮耀的光中 祢愛超越過一切</vt:lpstr>
      <vt:lpstr>祢的光顯明不是為讓我羞愧</vt:lpstr>
      <vt:lpstr>而是煉淨和安慰</vt:lpstr>
      <vt:lpstr>使我剛強全因祢恩典</vt:lpstr>
      <vt:lpstr>我宣揚到永遠</vt:lpstr>
      <vt:lpstr>瑪拉基書 4:2</vt:lpstr>
      <vt:lpstr>瑪拉基書 4:2</vt:lpstr>
      <vt:lpstr>為自己禱告</vt:lpstr>
      <vt:lpstr>祢的光不是為審判定罪</vt:lpstr>
      <vt:lpstr>而是顯明醫治恩典</vt:lpstr>
      <vt:lpstr>在神榮耀的光中 祢愛超越過一切</vt:lpstr>
      <vt:lpstr>祢的光顯明不是為讓我羞愧</vt:lpstr>
      <vt:lpstr>而是煉淨和安慰</vt:lpstr>
      <vt:lpstr>使我剛強全因祢恩典</vt:lpstr>
      <vt:lpstr>我宣揚到永遠</vt:lpstr>
      <vt:lpstr>祢的光不是為審判定罪</vt:lpstr>
      <vt:lpstr>而是顯明醫治恩典</vt:lpstr>
      <vt:lpstr>在神榮耀的光中 祢愛超越過一切</vt:lpstr>
      <vt:lpstr>祢的光顯明不是為讓我羞愧</vt:lpstr>
      <vt:lpstr>而是煉淨和安慰</vt:lpstr>
      <vt:lpstr>使我剛強全因祢恩典</vt:lpstr>
      <vt:lpstr>我宣揚到永遠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wmc</dc:creator>
  <cp:lastModifiedBy>佳欣 林</cp:lastModifiedBy>
  <cp:revision>7837</cp:revision>
  <dcterms:created xsi:type="dcterms:W3CDTF">2016-07-02T15:16:37Z</dcterms:created>
  <dcterms:modified xsi:type="dcterms:W3CDTF">2026-03-31T08:59:46Z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